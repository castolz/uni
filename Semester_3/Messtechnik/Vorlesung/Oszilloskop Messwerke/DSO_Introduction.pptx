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29.png" ContentType="image/png"/>
  <Override PartName="/ppt/media/image28.png" ContentType="image/png"/>
  <Override PartName="/ppt/media/image27.png" ContentType="image/png"/>
  <Override PartName="/ppt/media/image25.png" ContentType="image/png"/>
  <Override PartName="/ppt/media/image22.jpeg" ContentType="image/jpeg"/>
  <Override PartName="/ppt/media/image11.png" ContentType="image/png"/>
  <Override PartName="/ppt/media/image17.png" ContentType="image/png"/>
  <Override PartName="/ppt/media/image8.png" ContentType="image/png"/>
  <Override PartName="/ppt/media/image32.jpeg" ContentType="image/jpeg"/>
  <Override PartName="/ppt/media/image12.png" ContentType="image/png"/>
  <Override PartName="/ppt/media/image3.png" ContentType="image/png"/>
  <Override PartName="/ppt/media/image18.png" ContentType="image/png"/>
  <Override PartName="/ppt/media/image9.png" ContentType="image/png"/>
  <Override PartName="/ppt/media/image4.png" ContentType="image/png"/>
  <Override PartName="/ppt/media/image13.png" ContentType="image/png"/>
  <Override PartName="/ppt/media/image31.png" ContentType="image/png"/>
  <Override PartName="/ppt/media/image30.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6.png" ContentType="image/png"/>
  <Override PartName="/ppt/media/image15.png" ContentType="image/png"/>
  <Override PartName="/ppt/media/image5.jpeg" ContentType="image/jpeg"/>
  <Override PartName="/ppt/media/image2.wmf" ContentType="image/x-wmf"/>
  <Override PartName="/ppt/media/image26.png" ContentType="image/png"/>
  <Override PartName="/ppt/media/image14.png" ContentType="image/png"/>
  <Override PartName="/ppt/media/image21.png" ContentType="image/png"/>
  <Override PartName="/ppt/media/image19.png" ContentType="image/png"/>
  <Override PartName="/ppt/media/image20.tif" ContentType="image/tiff"/>
  <Override PartName="/ppt/media/image23.png" ContentType="image/png"/>
  <Override PartName="/ppt/media/image2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7.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4.xml" ContentType="application/vnd.openxmlformats-officedocument.presentationml.notesSlide+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Lst>
  <p:sldSz cx="12192000" cy="6858000"/>
  <p:notesSz cx="7010400"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notesMaster" Target="notesMasters/notes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Arial"/>
              </a:rPr>
              <a:t>Folie mittels Klicken verschieben</a:t>
            </a:r>
            <a:endParaRPr b="0" lang="en-US" sz="1800" spc="-1" strike="noStrike">
              <a:solidFill>
                <a:schemeClr val="dk1"/>
              </a:solidFill>
              <a:latin typeface="Arial"/>
            </a:endParaRPr>
          </a:p>
        </p:txBody>
      </p:sp>
      <p:sp>
        <p:nvSpPr>
          <p:cNvPr id="39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de-DE" sz="2000" spc="-1" strike="noStrike">
                <a:solidFill>
                  <a:srgbClr val="000000"/>
                </a:solidFill>
                <a:latin typeface="Arial"/>
              </a:rPr>
              <a:t>Format der Notizen mittels Klicken bearbeiten</a:t>
            </a:r>
            <a:endParaRPr b="0" lang="de-DE" sz="2000" spc="-1" strike="noStrike">
              <a:solidFill>
                <a:srgbClr val="000000"/>
              </a:solidFill>
              <a:latin typeface="Arial"/>
            </a:endParaRPr>
          </a:p>
        </p:txBody>
      </p:sp>
      <p:sp>
        <p:nvSpPr>
          <p:cNvPr id="39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de-DE" sz="1400" spc="-1" strike="noStrike">
                <a:solidFill>
                  <a:srgbClr val="000000"/>
                </a:solidFill>
                <a:latin typeface="Times New Roman"/>
              </a:rPr>
              <a:t>&lt;Kopfzeile&gt;</a:t>
            </a:r>
            <a:endParaRPr b="0" lang="de-DE" sz="1400" spc="-1" strike="noStrike">
              <a:solidFill>
                <a:srgbClr val="000000"/>
              </a:solidFill>
              <a:latin typeface="Times New Roman"/>
            </a:endParaRPr>
          </a:p>
        </p:txBody>
      </p:sp>
      <p:sp>
        <p:nvSpPr>
          <p:cNvPr id="398"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de-DE" sz="1400" spc="-1" strike="noStrike">
                <a:solidFill>
                  <a:srgbClr val="000000"/>
                </a:solidFill>
                <a:latin typeface="Times New Roman"/>
              </a:defRPr>
            </a:lvl1pPr>
          </a:lstStyle>
          <a:p>
            <a:pPr indent="0" algn="r">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
        <p:nvSpPr>
          <p:cNvPr id="399"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400"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de-DE" sz="1400" spc="-1" strike="noStrike">
                <a:solidFill>
                  <a:srgbClr val="000000"/>
                </a:solidFill>
                <a:latin typeface="Times New Roman"/>
              </a:defRPr>
            </a:lvl1pPr>
          </a:lstStyle>
          <a:p>
            <a:pPr indent="0" algn="r">
              <a:buNone/>
            </a:pPr>
            <a:fld id="{B78729E0-1D53-47BB-8D89-686F033AA8D7}" type="slidenum">
              <a:rPr b="0" lang="de-DE" sz="1400" spc="-1" strike="noStrike">
                <a:solidFill>
                  <a:srgbClr val="000000"/>
                </a:solidFill>
                <a:latin typeface="Times New Roman"/>
              </a:rPr>
              <a:t>&lt;Foliennummer&gt;</a:t>
            </a:fld>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hyperlink" Target="http://www.agilent.com/" TargetMode="External"/><Relationship Id="rId2" Type="http://schemas.openxmlformats.org/officeDocument/2006/relationships/slide" Target="../slides/slide25.xml"/><Relationship Id="rId3"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406440" y="696960"/>
            <a:ext cx="6197400" cy="3485880"/>
          </a:xfrm>
          <a:prstGeom prst="rect">
            <a:avLst/>
          </a:prstGeom>
          <a:ln w="0">
            <a:noFill/>
          </a:ln>
        </p:spPr>
      </p:sp>
      <p:sp>
        <p:nvSpPr>
          <p:cNvPr id="638"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Agenda</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We will begin this presentation by defining what an oscilloscope is. We will then talk about the following: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Probing basics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Making measurements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Scaling waveforms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Understanding triggering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Theory of operation and specifications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Dynamic probe modeling and probe loading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Using the lab guide</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Additional technical resources</a:t>
            </a:r>
            <a:endParaRPr b="0" lang="de-DE" sz="1100" spc="-1" strike="noStrike">
              <a:solidFill>
                <a:srgbClr val="000000"/>
              </a:solidFill>
              <a:latin typeface="Arial"/>
            </a:endParaRPr>
          </a:p>
        </p:txBody>
      </p:sp>
      <p:sp>
        <p:nvSpPr>
          <p:cNvPr id="639" name="PlaceHolder 3"/>
          <p:cNvSpPr>
            <a:spLocks noGrp="1"/>
          </p:cNvSpPr>
          <p:nvPr>
            <p:ph type="sldNum" idx="37"/>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66B2E95-F107-4E4A-8C95-B6097F76E75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406440" y="696960"/>
            <a:ext cx="6197400" cy="3485880"/>
          </a:xfrm>
          <a:prstGeom prst="rect">
            <a:avLst/>
          </a:prstGeom>
          <a:ln w="0">
            <a:noFill/>
          </a:ln>
        </p:spPr>
      </p:sp>
      <p:sp>
        <p:nvSpPr>
          <p:cNvPr id="641" name="PlaceHolder 2"/>
          <p:cNvSpPr>
            <a:spLocks noGrp="1"/>
          </p:cNvSpPr>
          <p:nvPr>
            <p:ph type="body"/>
          </p:nvPr>
        </p:nvSpPr>
        <p:spPr>
          <a:xfrm>
            <a:off x="701280" y="4416120"/>
            <a:ext cx="5607360" cy="2673360"/>
          </a:xfrm>
          <a:prstGeom prst="rect">
            <a:avLst/>
          </a:prstGeom>
          <a:noFill/>
          <a:ln w="0">
            <a:noFill/>
          </a:ln>
        </p:spPr>
        <p:txBody>
          <a:bodyPr lIns="93240" rIns="93240" tIns="46440" bIns="46440" anchor="t">
            <a:normAutofit fontScale="62222" lnSpcReduction="20000"/>
          </a:bodyPr>
          <a:p>
            <a:pPr marL="216000" indent="0">
              <a:lnSpc>
                <a:spcPct val="100000"/>
              </a:lnSpc>
              <a:buNone/>
            </a:pPr>
            <a:r>
              <a:rPr b="1" lang="en-US" sz="2000" spc="-1" strike="noStrike">
                <a:solidFill>
                  <a:srgbClr val="000000"/>
                </a:solidFill>
                <a:latin typeface="Arial"/>
              </a:rPr>
              <a:t>What is an oscilloscope?</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Oscilloscopes are an electronic instrument that convert electrical signals (primarily voltage) into a visible trace on a screen/display. In other words, they convert electricity into light.</a:t>
            </a:r>
            <a:endParaRPr b="0" lang="de-DE" sz="2000" spc="-1" strike="noStrike">
              <a:solidFill>
                <a:srgbClr val="000000"/>
              </a:solidFill>
              <a:latin typeface="Arial"/>
            </a:endParaRPr>
          </a:p>
          <a:p>
            <a:pPr marL="216000" indent="0">
              <a:lnSpc>
                <a:spcPct val="100000"/>
              </a:lnSpc>
              <a:buNone/>
            </a:pP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These instruments dynamically graph time-varying electrical signals in two dimensions. On the “Y” (or vertical) axis of the scope’s display voltage is plotted, while time is plotted on the “X” ( or horizontal) axis. The resultant voltage versus time plot shows a “picture” of the input signal and is usually referred to as a “waveform”.  As characteristics of the input signal change you can view continuous/dynamic updates of the plotted waveform on the scope’s display.</a:t>
            </a:r>
            <a:endParaRPr b="0" lang="de-DE" sz="2000" spc="-1" strike="noStrike">
              <a:solidFill>
                <a:srgbClr val="000000"/>
              </a:solidFill>
              <a:latin typeface="Arial"/>
            </a:endParaRPr>
          </a:p>
          <a:p>
            <a:pPr marL="216000" indent="0">
              <a:lnSpc>
                <a:spcPct val="100000"/>
              </a:lnSpc>
              <a:buNone/>
            </a:pP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Oscilloscopes are the primary instrument that electrical engineers use to test and verify their electronic designs. This instrument will also be the primary instrument that you will use in your EE/Physics labs to test your assigned experiments.</a:t>
            </a:r>
            <a:endParaRPr b="0" lang="de-DE" sz="2000" spc="-1" strike="noStrike">
              <a:solidFill>
                <a:srgbClr val="000000"/>
              </a:solidFill>
              <a:latin typeface="Arial"/>
            </a:endParaRPr>
          </a:p>
        </p:txBody>
      </p:sp>
      <p:sp>
        <p:nvSpPr>
          <p:cNvPr id="642" name="PlaceHolder 3"/>
          <p:cNvSpPr>
            <a:spLocks noGrp="1"/>
          </p:cNvSpPr>
          <p:nvPr>
            <p:ph type="sldNum" idx="38"/>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66B2D65-A511-4AA3-97DA-A541469F262C}"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406440" y="696960"/>
            <a:ext cx="6197400" cy="3485880"/>
          </a:xfrm>
          <a:prstGeom prst="rect">
            <a:avLst/>
          </a:prstGeom>
          <a:ln w="0">
            <a:noFill/>
          </a:ln>
        </p:spPr>
      </p:sp>
      <p:sp>
        <p:nvSpPr>
          <p:cNvPr id="644"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Terms of Endearment (what they are called)</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Oscilloscopes go by a variety of different names, but the most common term used today for an oscilloscope is simply a “scope”. You will also hear them called a “DSO”, which stands for </a:t>
            </a:r>
            <a:r>
              <a:rPr b="0" lang="en-US" sz="1100" spc="-1" strike="noStrike" u="sng">
                <a:solidFill>
                  <a:srgbClr val="000000"/>
                </a:solidFill>
                <a:uFillTx/>
                <a:latin typeface="Arial"/>
              </a:rPr>
              <a:t>d</a:t>
            </a:r>
            <a:r>
              <a:rPr b="0" lang="en-US" sz="1100" spc="-1" strike="noStrike">
                <a:solidFill>
                  <a:srgbClr val="000000"/>
                </a:solidFill>
                <a:latin typeface="Arial"/>
              </a:rPr>
              <a:t>igital </a:t>
            </a:r>
            <a:r>
              <a:rPr b="0" lang="en-US" sz="1100" spc="-1" strike="noStrike" u="sng">
                <a:solidFill>
                  <a:srgbClr val="000000"/>
                </a:solidFill>
                <a:uFillTx/>
                <a:latin typeface="Arial"/>
              </a:rPr>
              <a:t>s</a:t>
            </a:r>
            <a:r>
              <a:rPr b="0" lang="en-US" sz="1100" spc="-1" strike="noStrike">
                <a:solidFill>
                  <a:srgbClr val="000000"/>
                </a:solidFill>
                <a:latin typeface="Arial"/>
              </a:rPr>
              <a:t>torage </a:t>
            </a:r>
            <a:r>
              <a:rPr b="0" lang="en-US" sz="1100" spc="-1" strike="noStrike" u="sng">
                <a:solidFill>
                  <a:srgbClr val="000000"/>
                </a:solidFill>
                <a:uFillTx/>
                <a:latin typeface="Arial"/>
              </a:rPr>
              <a:t>o</a:t>
            </a:r>
            <a:r>
              <a:rPr b="0" lang="en-US" sz="1100" spc="-1" strike="noStrike">
                <a:solidFill>
                  <a:srgbClr val="000000"/>
                </a:solidFill>
                <a:latin typeface="Arial"/>
              </a:rPr>
              <a:t>scilloscope, “Digital Scope”, and Digitizing Scope”. These last three terms refer to the newer digital technology used in these instruments to digitally capture and store waveforms.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Older technology oscilloscopes are usually called “Analog Scopes”. This is the type of scope your professor may have used during his/her undergraduate studies.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If you happen to be from Australia or New Zealand, an oscilloscope is usually referred to as a “CRO” - pronounced “crow” - which is short for </a:t>
            </a:r>
            <a:r>
              <a:rPr b="0" lang="en-US" sz="1100" spc="-1" strike="noStrike" u="sng">
                <a:solidFill>
                  <a:srgbClr val="000000"/>
                </a:solidFill>
                <a:uFillTx/>
                <a:latin typeface="Arial"/>
              </a:rPr>
              <a:t>C</a:t>
            </a:r>
            <a:r>
              <a:rPr b="0" lang="en-US" sz="1100" spc="-1" strike="noStrike">
                <a:solidFill>
                  <a:srgbClr val="000000"/>
                </a:solidFill>
                <a:latin typeface="Arial"/>
              </a:rPr>
              <a:t>athode </a:t>
            </a:r>
            <a:r>
              <a:rPr b="0" lang="en-US" sz="1100" spc="-1" strike="noStrike" u="sng">
                <a:solidFill>
                  <a:srgbClr val="000000"/>
                </a:solidFill>
                <a:uFillTx/>
                <a:latin typeface="Arial"/>
              </a:rPr>
              <a:t>R</a:t>
            </a:r>
            <a:r>
              <a:rPr b="0" lang="en-US" sz="1100" spc="-1" strike="noStrike">
                <a:solidFill>
                  <a:srgbClr val="000000"/>
                </a:solidFill>
                <a:latin typeface="Arial"/>
              </a:rPr>
              <a:t>ay </a:t>
            </a:r>
            <a:r>
              <a:rPr b="0" lang="en-US" sz="1100" spc="-1" strike="noStrike" u="sng">
                <a:solidFill>
                  <a:srgbClr val="000000"/>
                </a:solidFill>
                <a:uFillTx/>
                <a:latin typeface="Arial"/>
              </a:rPr>
              <a:t>O</a:t>
            </a:r>
            <a:r>
              <a:rPr b="0" lang="en-US" sz="1100" spc="-1" strike="noStrike">
                <a:solidFill>
                  <a:srgbClr val="000000"/>
                </a:solidFill>
                <a:latin typeface="Arial"/>
              </a:rPr>
              <a:t>scilloscope. Although most of today’s newer digital oscilloscopes primarily utilize digital flat-screen display technology to display waveforms as opposed to older cathode ray tube technology, Aussies and Kiwis still affectionately referred to them as their “CROs”.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t>
            </a:r>
            <a:r>
              <a:rPr b="0" lang="en-US" sz="1100" spc="-1" strike="noStrike">
                <a:solidFill>
                  <a:srgbClr val="000000"/>
                </a:solidFill>
                <a:latin typeface="Arial"/>
              </a:rPr>
              <a:t>O-Scope” is another common term. And lastly, you will sometimes hear the term “MSO”, which stands for </a:t>
            </a:r>
            <a:r>
              <a:rPr b="0" lang="en-US" sz="1100" spc="-1" strike="noStrike" u="sng">
                <a:solidFill>
                  <a:srgbClr val="000000"/>
                </a:solidFill>
                <a:uFillTx/>
                <a:latin typeface="Arial"/>
              </a:rPr>
              <a:t>m</a:t>
            </a:r>
            <a:r>
              <a:rPr b="0" lang="en-US" sz="1100" spc="-1" strike="noStrike">
                <a:solidFill>
                  <a:srgbClr val="000000"/>
                </a:solidFill>
                <a:latin typeface="Arial"/>
              </a:rPr>
              <a:t>ixed </a:t>
            </a:r>
            <a:r>
              <a:rPr b="0" lang="en-US" sz="1100" spc="-1" strike="noStrike" u="sng">
                <a:solidFill>
                  <a:srgbClr val="000000"/>
                </a:solidFill>
                <a:uFillTx/>
                <a:latin typeface="Arial"/>
              </a:rPr>
              <a:t>s</a:t>
            </a:r>
            <a:r>
              <a:rPr b="0" lang="en-US" sz="1100" spc="-1" strike="noStrike">
                <a:solidFill>
                  <a:srgbClr val="000000"/>
                </a:solidFill>
                <a:latin typeface="Arial"/>
              </a:rPr>
              <a:t>ignal </a:t>
            </a:r>
            <a:r>
              <a:rPr b="0" lang="en-US" sz="1100" spc="-1" strike="noStrike" u="sng">
                <a:solidFill>
                  <a:srgbClr val="000000"/>
                </a:solidFill>
                <a:uFillTx/>
                <a:latin typeface="Arial"/>
              </a:rPr>
              <a:t>o</a:t>
            </a:r>
            <a:r>
              <a:rPr b="0" lang="en-US" sz="1100" spc="-1" strike="noStrike">
                <a:solidFill>
                  <a:srgbClr val="000000"/>
                </a:solidFill>
                <a:latin typeface="Arial"/>
              </a:rPr>
              <a:t>scilloscope. An MSO is basically a DSO with additional logic analyzer channels of acquisition.</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p:txBody>
      </p:sp>
      <p:sp>
        <p:nvSpPr>
          <p:cNvPr id="645" name="PlaceHolder 3"/>
          <p:cNvSpPr>
            <a:spLocks noGrp="1"/>
          </p:cNvSpPr>
          <p:nvPr>
            <p:ph type="sldNum" idx="39"/>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BD42194-D7DC-4960-91F9-B462BBB6DA04}"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406440" y="696960"/>
            <a:ext cx="6197400" cy="3485880"/>
          </a:xfrm>
          <a:prstGeom prst="rect">
            <a:avLst/>
          </a:prstGeom>
          <a:ln w="0">
            <a:noFill/>
          </a:ln>
        </p:spPr>
      </p:sp>
      <p:sp>
        <p:nvSpPr>
          <p:cNvPr id="647"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Probing Basics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Measuring electrical signals on an oscilloscope requires getting the desired signal to be tested into the scope’s input BNC connectors. If you want to measure the output of generator, you would typically connect the output of the generator directly to the input of the scope using a standard 50-</a:t>
            </a:r>
            <a:r>
              <a:rPr b="0" lang="el-GR" sz="1100" spc="-1" strike="noStrike">
                <a:solidFill>
                  <a:srgbClr val="000000"/>
                </a:solidFill>
                <a:latin typeface="Arial"/>
              </a:rPr>
              <a:t>Ω</a:t>
            </a:r>
            <a:r>
              <a:rPr b="0" lang="en-US" sz="1100" spc="-1" strike="noStrike">
                <a:solidFill>
                  <a:srgbClr val="000000"/>
                </a:solidFill>
                <a:latin typeface="Arial"/>
              </a:rPr>
              <a:t> BNC or SMA cable. But if you want to measure the characteristics of a signal at a point in your circuit/design, you would typically achieve this using an oscilloscope “probe”.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There are many different kinds of probes used for different and special purposes such as high frequency applications, high voltage applications, and current measurements. But the most common type of oscilloscope probe used to test a broad range of signals is called a “passive 10-to-1 voltage divider probe”. This is the type of probe that you will use for most of your assigned electrical lab experiments.</a:t>
            </a:r>
            <a:endParaRPr b="0" lang="de-DE" sz="1100" spc="-1" strike="noStrike">
              <a:solidFill>
                <a:srgbClr val="000000"/>
              </a:solidFill>
              <a:latin typeface="Arial"/>
            </a:endParaRPr>
          </a:p>
        </p:txBody>
      </p:sp>
      <p:sp>
        <p:nvSpPr>
          <p:cNvPr id="648" name="PlaceHolder 3"/>
          <p:cNvSpPr>
            <a:spLocks noGrp="1"/>
          </p:cNvSpPr>
          <p:nvPr>
            <p:ph type="sldNum" idx="40"/>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A7007EB-FADC-497E-813C-E9FC323D5486}"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406440" y="696960"/>
            <a:ext cx="6197400" cy="3485880"/>
          </a:xfrm>
          <a:prstGeom prst="rect">
            <a:avLst/>
          </a:prstGeom>
          <a:ln w="0">
            <a:noFill/>
          </a:ln>
        </p:spPr>
      </p:sp>
      <p:sp>
        <p:nvSpPr>
          <p:cNvPr id="650"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Passive 10:1 Voltage Divider Probe</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Here we show an electrical model of a passive 10:1 voltage divider probe connected to the input of a scope. The term “passive” means that the probe includes no active circuitry such as transistors and amplifiers. In other words, the probe consists entirely of passive elements/components including resistance, capacitance, and inductance.</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t>
            </a:r>
            <a:r>
              <a:rPr b="0" lang="en-US" sz="1100" spc="-1" strike="noStrike">
                <a:solidFill>
                  <a:srgbClr val="000000"/>
                </a:solidFill>
                <a:latin typeface="Arial"/>
              </a:rPr>
              <a:t>10:1”, pronounced 10-to-1, means that the probe reduces the amplitude of the input signal by a factor of 10 through means of a resistive voltage-divider network. The oscilloscope measurement system’s input impedance (Z of probe + scope) is also typically increased by a factor of 10.</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Lastly, note that all measurements using this type of probe must be performed relative to ground. In other words, you should connect the probe’s input tip to the desired test point and you </a:t>
            </a:r>
            <a:r>
              <a:rPr b="1" i="1" lang="en-US" sz="1100" spc="-1" strike="noStrike">
                <a:solidFill>
                  <a:srgbClr val="000000"/>
                </a:solidFill>
                <a:latin typeface="Arial"/>
              </a:rPr>
              <a:t>must</a:t>
            </a:r>
            <a:r>
              <a:rPr b="0" lang="en-US" sz="1100" spc="-1" strike="noStrike">
                <a:solidFill>
                  <a:srgbClr val="000000"/>
                </a:solidFill>
                <a:latin typeface="Arial"/>
              </a:rPr>
              <a:t> connect the probe’s ground lead/clip to the circuit’s ground. With this type of probe you cannot measure voltage across two mid-circuit components. This type of differential measurement would require a special differential active probe.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Note also that you should never attempt to complete a circuit using an oscilloscope probe.</a:t>
            </a:r>
            <a:endParaRPr b="0" lang="de-DE" sz="1100" spc="-1" strike="noStrike">
              <a:solidFill>
                <a:srgbClr val="000000"/>
              </a:solidFill>
              <a:latin typeface="Arial"/>
            </a:endParaRPr>
          </a:p>
        </p:txBody>
      </p:sp>
      <p:sp>
        <p:nvSpPr>
          <p:cNvPr id="651" name="PlaceHolder 3"/>
          <p:cNvSpPr>
            <a:spLocks noGrp="1"/>
          </p:cNvSpPr>
          <p:nvPr>
            <p:ph type="sldNum" idx="41"/>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F91562F-DBEC-4178-A8B4-E49B4A4785E1}"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406440" y="696960"/>
            <a:ext cx="6197400" cy="3485880"/>
          </a:xfrm>
          <a:prstGeom prst="rect">
            <a:avLst/>
          </a:prstGeom>
          <a:ln w="0">
            <a:noFill/>
          </a:ln>
        </p:spPr>
      </p:sp>
      <p:sp>
        <p:nvSpPr>
          <p:cNvPr id="653"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fontScale="62222" lnSpcReduction="20000"/>
          </a:bodyPr>
          <a:p>
            <a:pPr marL="216000" indent="0">
              <a:lnSpc>
                <a:spcPct val="100000"/>
              </a:lnSpc>
              <a:buNone/>
            </a:pPr>
            <a:r>
              <a:rPr b="1" lang="en-US" sz="2000" spc="-1" strike="noStrike">
                <a:solidFill>
                  <a:srgbClr val="000000"/>
                </a:solidFill>
                <a:latin typeface="Arial"/>
              </a:rPr>
              <a:t>Low-frequency/DC Model</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For low-frequency or dc measurement applications, our oscilloscope probe model can be significantly simplified by removing all of the capacitive elements shown in the model from the previous slide. What’s left is just a 9 M</a:t>
            </a:r>
            <a:r>
              <a:rPr b="0" lang="el-GR" sz="2000" spc="-1" strike="noStrike">
                <a:solidFill>
                  <a:srgbClr val="000000"/>
                </a:solidFill>
                <a:latin typeface="Arial"/>
              </a:rPr>
              <a:t>Ω</a:t>
            </a:r>
            <a:r>
              <a:rPr b="0" lang="en-US" sz="2000" spc="-1" strike="noStrike">
                <a:solidFill>
                  <a:srgbClr val="000000"/>
                </a:solidFill>
                <a:latin typeface="Arial"/>
              </a:rPr>
              <a:t> resistor near the probe tip in series with the scope’s standard 1 M</a:t>
            </a:r>
            <a:r>
              <a:rPr b="0" lang="el-GR" sz="2000" spc="-1" strike="noStrike">
                <a:solidFill>
                  <a:srgbClr val="000000"/>
                </a:solidFill>
                <a:latin typeface="Arial"/>
              </a:rPr>
              <a:t>Ω</a:t>
            </a:r>
            <a:r>
              <a:rPr b="0" lang="en-US" sz="2000" spc="-1" strike="noStrike">
                <a:solidFill>
                  <a:srgbClr val="000000"/>
                </a:solidFill>
                <a:latin typeface="Arial"/>
              </a:rPr>
              <a:t> input termination. Using Ohm’s Law, you can see that the voltage level of the signal at the scope’s input BNC will then be 1/10</a:t>
            </a:r>
            <a:r>
              <a:rPr b="0" lang="en-US" sz="2000" spc="-1" strike="noStrike" baseline="30000">
                <a:solidFill>
                  <a:srgbClr val="000000"/>
                </a:solidFill>
                <a:latin typeface="Arial"/>
              </a:rPr>
              <a:t>th</a:t>
            </a:r>
            <a:r>
              <a:rPr b="0" lang="en-US" sz="2000" spc="-1" strike="noStrike">
                <a:solidFill>
                  <a:srgbClr val="000000"/>
                </a:solidFill>
                <a:latin typeface="Arial"/>
              </a:rPr>
              <a:t> the voltage level at the probe tip. </a:t>
            </a:r>
            <a:endParaRPr b="0" lang="de-DE" sz="2000" spc="-1" strike="noStrike">
              <a:solidFill>
                <a:srgbClr val="000000"/>
              </a:solidFill>
              <a:latin typeface="Arial"/>
            </a:endParaRPr>
          </a:p>
          <a:p>
            <a:pPr marL="216000" indent="0">
              <a:lnSpc>
                <a:spcPct val="100000"/>
              </a:lnSpc>
              <a:buNone/>
            </a:pP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t>
            </a:r>
            <a:r>
              <a:rPr b="0" lang="en-US" sz="2000" spc="-1" strike="noStrike">
                <a:solidFill>
                  <a:srgbClr val="000000"/>
                </a:solidFill>
                <a:latin typeface="Arial"/>
              </a:rPr>
              <a:t>V</a:t>
            </a:r>
            <a:r>
              <a:rPr b="0" lang="en-US" sz="2000" spc="-1" strike="noStrike" baseline="-25000">
                <a:solidFill>
                  <a:srgbClr val="000000"/>
                </a:solidFill>
                <a:latin typeface="Arial"/>
              </a:rPr>
              <a:t>scope </a:t>
            </a:r>
            <a:r>
              <a:rPr b="0" lang="en-US" sz="2000" spc="-1" strike="noStrike">
                <a:solidFill>
                  <a:srgbClr val="000000"/>
                </a:solidFill>
                <a:latin typeface="Arial"/>
              </a:rPr>
              <a:t>= V</a:t>
            </a:r>
            <a:r>
              <a:rPr b="0" lang="en-US" sz="2000" spc="-1" strike="noStrike" baseline="-25000">
                <a:solidFill>
                  <a:srgbClr val="000000"/>
                </a:solidFill>
                <a:latin typeface="Arial"/>
              </a:rPr>
              <a:t>tip</a:t>
            </a:r>
            <a:r>
              <a:rPr b="0" lang="en-US" sz="2000" spc="-1" strike="noStrike">
                <a:solidFill>
                  <a:srgbClr val="000000"/>
                </a:solidFill>
                <a:latin typeface="Arial"/>
              </a:rPr>
              <a:t> x 1M</a:t>
            </a:r>
            <a:r>
              <a:rPr b="0" lang="el-GR" sz="2000" spc="-1" strike="noStrike">
                <a:solidFill>
                  <a:srgbClr val="000000"/>
                </a:solidFill>
                <a:latin typeface="Arial"/>
              </a:rPr>
              <a:t>Ω</a:t>
            </a:r>
            <a:r>
              <a:rPr b="0" lang="en-US" sz="2000" spc="-1" strike="noStrike">
                <a:solidFill>
                  <a:srgbClr val="000000"/>
                </a:solidFill>
                <a:latin typeface="Arial"/>
              </a:rPr>
              <a:t>/(1M</a:t>
            </a:r>
            <a:r>
              <a:rPr b="0" lang="el-GR" sz="2000" spc="-1" strike="noStrike">
                <a:solidFill>
                  <a:srgbClr val="000000"/>
                </a:solidFill>
                <a:latin typeface="Arial"/>
              </a:rPr>
              <a:t>Ω</a:t>
            </a:r>
            <a:r>
              <a:rPr b="0" lang="en-US" sz="2000" spc="-1" strike="noStrike">
                <a:solidFill>
                  <a:srgbClr val="000000"/>
                </a:solidFill>
                <a:latin typeface="Arial"/>
              </a:rPr>
              <a:t> + 9M</a:t>
            </a:r>
            <a:r>
              <a:rPr b="0" lang="el-GR" sz="2000" spc="-1" strike="noStrike">
                <a:solidFill>
                  <a:srgbClr val="000000"/>
                </a:solidFill>
                <a:latin typeface="Arial"/>
              </a:rPr>
              <a:t>Ω</a:t>
            </a:r>
            <a:r>
              <a:rPr b="0" lang="en-US" sz="2000" spc="-1" strike="noStrike">
                <a:solidFill>
                  <a:srgbClr val="000000"/>
                </a:solidFill>
                <a:latin typeface="Arial"/>
              </a:rPr>
              <a:t>)</a:t>
            </a:r>
            <a:endParaRPr b="0" lang="de-DE" sz="2000" spc="-1" strike="noStrike">
              <a:solidFill>
                <a:srgbClr val="000000"/>
              </a:solidFill>
              <a:latin typeface="Arial"/>
            </a:endParaRPr>
          </a:p>
          <a:p>
            <a:pPr marL="216000" indent="0">
              <a:lnSpc>
                <a:spcPct val="100000"/>
              </a:lnSpc>
              <a:buNone/>
            </a:pP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Most of today’s scopes have probe attenuation factors that will automatically compensate voltage measurements so that they will be reported relative to the probe tip. Some scopes, such as Keysight’s 3000 X-Series, automatically detect that a 10:1 probe has been connected. And some entry-level scopes, such as Keysight’s 2000 X-Series, require that the user manually enter the probe attenuation factor. Once the probe attenuation factor has either been automatically detected by the scope or manually entered by the user, the scope then provides compensated readouts of all voltage measurements. For example, if you connect a 10:1 probe to a 5 V dc power supply, the scope actually “sees” a 0.5 V dc signal at its input BNC. But with the 10:1 probe attenuation factor, the scope will report that it “sees” a 5 V dc signal at the probe’s tip. </a:t>
            </a:r>
            <a:endParaRPr b="0" lang="de-DE" sz="2000" spc="-1" strike="noStrike">
              <a:solidFill>
                <a:srgbClr val="000000"/>
              </a:solidFill>
              <a:latin typeface="Arial"/>
            </a:endParaRPr>
          </a:p>
          <a:p>
            <a:pPr marL="216000" indent="0">
              <a:lnSpc>
                <a:spcPct val="100000"/>
              </a:lnSpc>
              <a:buNone/>
            </a:pP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We will address a more accurate ac/dynamic model of a passive 10:1 voltage divider probe later. This will also be covered in more detail during hands-on lab #5. </a:t>
            </a:r>
            <a:endParaRPr b="0" lang="de-DE" sz="2000" spc="-1" strike="noStrike">
              <a:solidFill>
                <a:srgbClr val="000000"/>
              </a:solidFill>
              <a:latin typeface="Arial"/>
            </a:endParaRPr>
          </a:p>
        </p:txBody>
      </p:sp>
      <p:sp>
        <p:nvSpPr>
          <p:cNvPr id="654" name="PlaceHolder 3"/>
          <p:cNvSpPr>
            <a:spLocks noGrp="1"/>
          </p:cNvSpPr>
          <p:nvPr>
            <p:ph type="sldNum" idx="42"/>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0A65F64-3C41-4DDB-8297-F1D7E63935B0}"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406440" y="696960"/>
            <a:ext cx="6197400" cy="3485880"/>
          </a:xfrm>
          <a:prstGeom prst="rect">
            <a:avLst/>
          </a:prstGeom>
          <a:ln w="0">
            <a:noFill/>
          </a:ln>
        </p:spPr>
      </p:sp>
      <p:sp>
        <p:nvSpPr>
          <p:cNvPr id="656"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Understanding the Scope’s Display</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Once you use a probe to get a signal into the scope, you can then setup the scope’s vertical and horizontal scaling to begin making measurements. As mentioned earlier, the oscilloscope displays captured waveforms in a X versus Y format. Voltage (amplitude of the signal) is plotted on the Y axis while time is plotted on the X axis.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waveform display area is divided into grid lines – sometimes referred to as “divisions”. On the vertical axis there are 8 vertical divisions. Each vertical division, or spacing between horizontal grid lines, is equal to the scope’s Volt/division setting which is displayed in the upper left-hand corner of the display. In this example since the scope’s vertical scaling is set to 1 V/div, the delta voltage between each horizontal grid line is 1 Volt. And the maximum peak-to-peak amplitude that the scope can possibly measure at this setting (1 V/div) is 8 Vpp (8 divisions x 1 V/div).</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On the horizontal axis there are 10 horizontal divisions. Each horizontal division, or spacing between each vertical grid line, is equal to the scope’s sec/division setting. This is displayed near the upper right-hand corner of the scope’s display. In this example since the scope’s horizontal scaling is set to 1 µs/div, the delta time between each vertical grid line is 1 µsec. And the maximum time that can be measured across the scope’s screen is 10 µsec (10 divisions x 1 µsec/div).</a:t>
            </a:r>
            <a:endParaRPr b="0" lang="de-DE" sz="1100" spc="-1" strike="noStrike">
              <a:solidFill>
                <a:srgbClr val="000000"/>
              </a:solidFill>
              <a:latin typeface="Arial"/>
            </a:endParaRPr>
          </a:p>
        </p:txBody>
      </p:sp>
      <p:sp>
        <p:nvSpPr>
          <p:cNvPr id="657" name="PlaceHolder 3"/>
          <p:cNvSpPr>
            <a:spLocks noGrp="1"/>
          </p:cNvSpPr>
          <p:nvPr>
            <p:ph type="sldNum" idx="43"/>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F1F817E-18FF-4BBE-933F-36F19E12EDC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406440" y="696960"/>
            <a:ext cx="6197400" cy="3485880"/>
          </a:xfrm>
          <a:prstGeom prst="rect">
            <a:avLst/>
          </a:prstGeom>
          <a:ln w="0">
            <a:noFill/>
          </a:ln>
        </p:spPr>
      </p:sp>
      <p:sp>
        <p:nvSpPr>
          <p:cNvPr id="659"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Making Measurement – by visual estimation</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There are several ways to make voltage and time measurements on the plotted waveform, but the most common method is by visual estimation. Engineers that are familiar with their scopes can make quick estimations to determine the amplitude and timing of their signals. In this example, since the period of the input signal repeats every 4 divisions and since the horizontal scaling is set to 1 µs/div, we can quickly determine that the period (T) of this signal is approximately 4 </a:t>
            </a:r>
            <a:r>
              <a:rPr b="0" lang="el-GR" sz="1100" spc="-1" strike="noStrike">
                <a:solidFill>
                  <a:srgbClr val="000000"/>
                </a:solidFill>
                <a:latin typeface="Arial"/>
              </a:rPr>
              <a:t>µ</a:t>
            </a:r>
            <a:r>
              <a:rPr b="0" lang="en-US" sz="1100" spc="-1" strike="noStrike">
                <a:solidFill>
                  <a:srgbClr val="000000"/>
                </a:solidFill>
                <a:latin typeface="Arial"/>
              </a:rPr>
              <a:t>s (4 divisions x 1 µs/div), and hence the frequency is 250 kHz (Freq = 1/T).</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To determine the peak-to-peak amplitude of this signal we can see that this waveform expands vertically approximately 6 division at 1 V/div, so the peak-to-peak amplitude is approximately 6 Vpp (6 divisions x 1 V/div).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To measure the absolute peak voltage of the signal, we must first locate the ground indicator/icon on the left side of the graticule. This point defines the 0 V level. We can then see that the positive peak amplitude (Vmax) of this signal is approximately 4 divisions above the ground indicator, and hence the positive peak voltage of this signal is approximately +4 V above ground (+4 divisions x 1 V/div).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Now, determine the negative peak amplitude (Vmin) of this signal.</a:t>
            </a:r>
            <a:r>
              <a:rPr b="0" lang="en-US" sz="2000" spc="-1" strike="noStrike">
                <a:solidFill>
                  <a:srgbClr val="000000"/>
                </a:solidFill>
                <a:latin typeface="Arial"/>
              </a:rPr>
              <a:t> </a:t>
            </a:r>
            <a:endParaRPr b="0" lang="de-DE" sz="2000" spc="-1" strike="noStrike">
              <a:solidFill>
                <a:srgbClr val="000000"/>
              </a:solidFill>
              <a:latin typeface="Arial"/>
            </a:endParaRPr>
          </a:p>
        </p:txBody>
      </p:sp>
      <p:sp>
        <p:nvSpPr>
          <p:cNvPr id="660" name="PlaceHolder 3"/>
          <p:cNvSpPr>
            <a:spLocks noGrp="1"/>
          </p:cNvSpPr>
          <p:nvPr>
            <p:ph type="sldNum" idx="44"/>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C1F38C-81A4-428C-8499-BBFEAD943B36}"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406440" y="696960"/>
            <a:ext cx="6197400" cy="3485880"/>
          </a:xfrm>
          <a:prstGeom prst="rect">
            <a:avLst/>
          </a:prstGeom>
          <a:ln w="0">
            <a:noFill/>
          </a:ln>
        </p:spPr>
      </p:sp>
      <p:sp>
        <p:nvSpPr>
          <p:cNvPr id="662"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Making Measurements – using cursors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 more precise and more accurate method to make voltage and timing measurements is to use the scope’s X and Y cursors. When the cursors are turned on, we can see horizontal and vertical cursors/markers that automatically display the voltage and time of the location the cursors. The absolute voltage and time of each cursor is displayed at the bottom of the screen, as well as delta voltage and delta time between the cursors are displayed on the right side of the screen. To measure the peak-to-peak voltage of this waveform, simply adjust the Y1 and Y2 cursors to the top of bottom of the waveform. To measure the period and frequency of this waveform, adjust the X1 and X2 cursors to two consecutive locations on the waveform where the waveform crosses a specific voltage/threshold level. </a:t>
            </a:r>
            <a:endParaRPr b="0" lang="de-DE" sz="1100" spc="-1" strike="noStrike">
              <a:solidFill>
                <a:srgbClr val="000000"/>
              </a:solidFill>
              <a:latin typeface="Arial"/>
            </a:endParaRPr>
          </a:p>
        </p:txBody>
      </p:sp>
      <p:sp>
        <p:nvSpPr>
          <p:cNvPr id="663" name="PlaceHolder 3"/>
          <p:cNvSpPr>
            <a:spLocks noGrp="1"/>
          </p:cNvSpPr>
          <p:nvPr>
            <p:ph type="sldNum" idx="45"/>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ECE6F22-8B7F-4825-B99B-001FB5BC65F8}"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406440" y="696960"/>
            <a:ext cx="6197400" cy="3485880"/>
          </a:xfrm>
          <a:prstGeom prst="rect">
            <a:avLst/>
          </a:prstGeom>
          <a:ln w="0">
            <a:noFill/>
          </a:ln>
        </p:spPr>
      </p:sp>
      <p:sp>
        <p:nvSpPr>
          <p:cNvPr id="665"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Making Measurements – using the scope’s automatic parametric measurements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In addition to using the scope’s user-adjusted cursors to make measurements, an even faster method to make measurements is to use the scope’s automatic parametric measurements. Most of today’s more advanced digital storage oscilloscopes have the ability to automatically measure voltage and timing parameters such as Vpp, Vmax, Vmin, Period, Frequency, Rise Time, Fall Time, etc.</a:t>
            </a:r>
            <a:endParaRPr b="0" lang="de-DE" sz="1100" spc="-1" strike="noStrike">
              <a:solidFill>
                <a:srgbClr val="000000"/>
              </a:solidFill>
              <a:latin typeface="Arial"/>
            </a:endParaRPr>
          </a:p>
        </p:txBody>
      </p:sp>
      <p:sp>
        <p:nvSpPr>
          <p:cNvPr id="666" name="PlaceHolder 3"/>
          <p:cNvSpPr>
            <a:spLocks noGrp="1"/>
          </p:cNvSpPr>
          <p:nvPr>
            <p:ph type="sldNum" idx="46"/>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33F9221-4DE1-4139-BD9B-CB014A40294C}"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406440" y="696960"/>
            <a:ext cx="6197400" cy="3485880"/>
          </a:xfrm>
          <a:prstGeom prst="rect">
            <a:avLst/>
          </a:prstGeom>
          <a:ln w="0">
            <a:noFill/>
          </a:ln>
        </p:spPr>
      </p:sp>
      <p:sp>
        <p:nvSpPr>
          <p:cNvPr id="668"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Primary Oscilloscope Setup Controls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Prior to making any kind of measurement on the oscilloscope, you must first setup the scope’s vertical and horizontal scaling controls in order to properly scale the waveform on the scope’s display. The primary controls include the vertical scaling controls, horizontal scaling controls, and trigger level control knob.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vertical scaling controls for each input channel of the scope are located near the bottom of the scope’s front panel on the right side – just above the input BNCs. The larger knob controls the vertical Volts/division setting, while the smaller knob controls the vertical position (or offset).</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horizontal scaling controls for the scope are located near the top of the scope’s front panel. The larger knob controls the seconds/division setting, while the smaller knob controls the horizontal position (or delay).</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trigger level control knob is located below the horizontal scaling controls. We will discuss oscilloscope triggering in more detail later.  </a:t>
            </a:r>
            <a:endParaRPr b="0" lang="de-DE" sz="1100" spc="-1" strike="noStrike">
              <a:solidFill>
                <a:srgbClr val="000000"/>
              </a:solidFill>
              <a:latin typeface="Arial"/>
            </a:endParaRPr>
          </a:p>
        </p:txBody>
      </p:sp>
      <p:sp>
        <p:nvSpPr>
          <p:cNvPr id="669" name="PlaceHolder 3"/>
          <p:cNvSpPr>
            <a:spLocks noGrp="1"/>
          </p:cNvSpPr>
          <p:nvPr>
            <p:ph type="sldNum" idx="47"/>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75D411D-252D-4729-926D-2CA508F2FC8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406440" y="696960"/>
            <a:ext cx="6197400" cy="3485880"/>
          </a:xfrm>
          <a:prstGeom prst="rect">
            <a:avLst/>
          </a:prstGeom>
          <a:ln w="0">
            <a:noFill/>
          </a:ln>
        </p:spPr>
      </p:sp>
      <p:sp>
        <p:nvSpPr>
          <p:cNvPr id="671" name="PlaceHolder 2"/>
          <p:cNvSpPr>
            <a:spLocks noGrp="1"/>
          </p:cNvSpPr>
          <p:nvPr>
            <p:ph type="body"/>
          </p:nvPr>
        </p:nvSpPr>
        <p:spPr>
          <a:xfrm>
            <a:off x="701280" y="4416120"/>
            <a:ext cx="5607360" cy="4422600"/>
          </a:xfrm>
          <a:prstGeom prst="rect">
            <a:avLst/>
          </a:prstGeom>
          <a:noFill/>
          <a:ln w="0">
            <a:noFill/>
          </a:ln>
        </p:spPr>
        <p:txBody>
          <a:bodyPr lIns="93240" rIns="93240" tIns="46440" bIns="46440" anchor="t">
            <a:normAutofit fontScale="85555"/>
          </a:bodyPr>
          <a:p>
            <a:pPr marL="216000" indent="0">
              <a:lnSpc>
                <a:spcPct val="100000"/>
              </a:lnSpc>
              <a:buNone/>
            </a:pPr>
            <a:r>
              <a:rPr b="1" lang="en-US" sz="1100" spc="-1" strike="noStrike">
                <a:solidFill>
                  <a:srgbClr val="000000"/>
                </a:solidFill>
                <a:latin typeface="Arial"/>
              </a:rPr>
              <a:t>Properly Scaling the Waveform</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Setting up the scope’s waveform scaling is typically an iterative process. For example, assume that from the initial scaling we can see that the waveform is scaled with a relatively low amplitude and with too many cycles on screen as shown in the screen-shot on the left. In this case, we can see that the amplitude of the plotted waveform is only about 1 division high. Turn the Volt/division knob to increase the scaling of the waveform. If you turn the knob the wrong direction, the vertical scaling of the waveform will get smaller. Simply turn it the other direction until the waveform is scaled such that the height of the waveform covers more than half of the screen. Note that if you press the V/div knob, you can then adjust the V/div setting with a much “finer” adjustment granularity in order to fill most of the screen with the waveform for more accurate and precise measurements.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If the input signal has DC offset (waveform will be shifted above or below center-screen), then you may also need to turn the vertical position knob to center the waveform on-screen.</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For proper horizontal scaling, turn the sec/division knob – sometimes called the timebase control – until a few cycles of the waveform are displayed on-screen. But if you want to view just a fast edge on a digital signal, set the sec/division setting a low value in order to view just the fast rising or falling edge with a high degree of horizontal resolution.</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Lastly, you may need to adjust the trigger level to obtain a stable display. When you turn the trigger level knob, a horizontal trigger level indicator (similar to a voltage cursor) will appear to show the actual trigger level. The proper trigger level setting is typically around 50% of the vertical amplitude of the signal. One quick way to set the trigger level to 50% on a repetitive input signal is to simply press the trigger level knob. We will discuss triggering in more detail next.</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Note that after adjusting the vertical, horizontal, and trigger level controls, you may need to go back and re-adjust some of the settings until you see the picture that you want to see.</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Note that another fast and easy way to set up oscilloscope scaling on simple repetitive input signals is to use the scope’s Autoscale feature. However, the Autoscale function does not always work on more complex signals. And if you use this feature of the scope, you may never learn how to effectively use a scope when manual adjustments are required. In addition, your professor has the ability to disable the Autoscale feature by downloading a command to the scope.</a:t>
            </a:r>
            <a:endParaRPr b="0" lang="de-DE" sz="1100" spc="-1" strike="noStrike">
              <a:solidFill>
                <a:srgbClr val="000000"/>
              </a:solidFill>
              <a:latin typeface="Arial"/>
            </a:endParaRPr>
          </a:p>
          <a:p>
            <a:pPr marL="216000" indent="0">
              <a:lnSpc>
                <a:spcPct val="100000"/>
              </a:lnSpc>
              <a:buNone/>
            </a:pPr>
            <a:r>
              <a:rPr b="0" lang="en-US" sz="1100" spc="-1" strike="noStrike" u="sng">
                <a:solidFill>
                  <a:srgbClr val="000000"/>
                </a:solidFill>
                <a:uFillTx/>
                <a:latin typeface="Arial"/>
              </a:rPr>
              <a:t>Note to professor: </a:t>
            </a:r>
            <a:r>
              <a:rPr b="0" lang="en-US" sz="1100" spc="-1" strike="noStrike">
                <a:solidFill>
                  <a:srgbClr val="000000"/>
                </a:solidFill>
                <a:latin typeface="Arial"/>
              </a:rPr>
              <a:t>You can disable the Autoscale feature by downloading the “</a:t>
            </a:r>
            <a:r>
              <a:rPr b="0" lang="en-US" sz="1000" spc="-1" strike="noStrike">
                <a:solidFill>
                  <a:srgbClr val="000000"/>
                </a:solidFill>
                <a:latin typeface="Arial"/>
              </a:rPr>
              <a:t>:AUToscale DISable” command via a USB or LAN connection. After downloading this command to the scope, the Autoscale feature will be permanently disabled until you download the “enable”  command (:AUToscale ENABle).</a:t>
            </a:r>
            <a:endParaRPr b="0" lang="de-DE" sz="10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p:txBody>
      </p:sp>
      <p:sp>
        <p:nvSpPr>
          <p:cNvPr id="672" name="PlaceHolder 3"/>
          <p:cNvSpPr>
            <a:spLocks noGrp="1"/>
          </p:cNvSpPr>
          <p:nvPr>
            <p:ph type="sldNum" idx="48"/>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016EB9A-7703-4124-9609-71A7926A55FD}"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406440" y="696960"/>
            <a:ext cx="6197400" cy="3485880"/>
          </a:xfrm>
          <a:prstGeom prst="rect">
            <a:avLst/>
          </a:prstGeom>
          <a:ln w="0">
            <a:noFill/>
          </a:ln>
        </p:spPr>
      </p:sp>
      <p:sp>
        <p:nvSpPr>
          <p:cNvPr id="674"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Understanding Oscilloscope Triggering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Triggering is often the least understood function of a scope, but is one the most important capabilities of a scope that you should understand, especially if you need to monitor very complex signals. You can think of oscilloscope triggering as “synchronized picture taking”. And one waveform picture actually consists of many individual and consecutive digitized samples.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When monitoring a repetitive input signal, which is typical, the oscilloscope performs repetitive acquisitions (or repetitive picture taking) to show a “live” picture of your input signal. This repetitive picture taking of the oscilloscope must be synchronized to a unique point on the input signal in order to show a stable waveform on the scope’s display.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Although some scopes have various advanced triggering modes to choose from, the most common type of triggering is to trigger the scope when the input signal crosses a particular voltage threshold level in either a positive or negative direction. We call this “edge triggering”. In other words, the scope triggers (takes pictures) when the input signal changes from a lower voltage level to a higher voltage level (rising edge trigger) or when the input signal changes from a higher voltage level to a lower voltage level (falling edge trigger).</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 photo finish of a horse race is analogous to oscilloscope triggering. To accurately record the finish of the race, the camera’s shutter must be synchronized to when the lead horse’s nose crosses the finish line in the forward direction.</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p:txBody>
      </p:sp>
      <p:sp>
        <p:nvSpPr>
          <p:cNvPr id="675" name="PlaceHolder 3"/>
          <p:cNvSpPr>
            <a:spLocks noGrp="1"/>
          </p:cNvSpPr>
          <p:nvPr>
            <p:ph type="sldNum" idx="49"/>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B491F81-D969-4A74-A430-C4F722762EC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406440" y="696960"/>
            <a:ext cx="6197400" cy="3485880"/>
          </a:xfrm>
          <a:prstGeom prst="rect">
            <a:avLst/>
          </a:prstGeom>
          <a:ln w="0">
            <a:noFill/>
          </a:ln>
        </p:spPr>
      </p:sp>
      <p:sp>
        <p:nvSpPr>
          <p:cNvPr id="677"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fontScale="50000" lnSpcReduction="10000"/>
          </a:bodyPr>
          <a:p>
            <a:pPr marL="216000" indent="0">
              <a:lnSpc>
                <a:spcPct val="100000"/>
              </a:lnSpc>
              <a:buNone/>
            </a:pPr>
            <a:r>
              <a:rPr b="1" lang="en-US" sz="2000" spc="-1" strike="noStrike">
                <a:solidFill>
                  <a:srgbClr val="000000"/>
                </a:solidFill>
                <a:latin typeface="Arial"/>
              </a:rPr>
              <a:t>Triggering Examples</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 this slide we show three examples of oscilloscope triggering. In the screen-shot on the left, the scope’s trigger level is set above the waveform. In this case the input signal never crosses the trigger threshold level in any direction. Using the scope’s default “Auto” trigger mode, the scope then takes asynchronous pictures of the input signal and we observe what appears to be an unstable waveform. This is actually an example of not triggering. </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When using the “Auto” trigger mode, the scope generates “automatic” asynchronous triggers if a real trigger event doesn’t occur after a specified time-out period. Although our waveform is not synchronized and appears unstable, at least we can see how the waveform is scaled vertically. If we had used the scope’s “Normal” trigger mode with the trigger level set above the waveform, the scope would not take any pictures and we wouldn’t observe any waveforms – stable or unstable.</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 the screen-shot in the middle, the scope was setup to trigger on rising edges of the input signal with the trigger level set at the approximate 50% level. In this case, we can see a rising edge of the input signal at exactly center-screen. This is the scope’s default trigger location. </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 the screen-shot on the right, the scope was setup to trigger on falling edges of the input signal with the trigger level set at a higher level (+2.0 V) that is closer to the positive peak of the waveform. Now we can see a falling edge of the input signal at exactly center-screen. Again, this is the trigger point.</a:t>
            </a:r>
            <a:endParaRPr b="0" lang="de-D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Although the default trigger localization on all digital oscilloscopes is at center-screen (horizontally), you can re-position the trigger location to the left or right by adjusting the horizontal delay knob – sometimes called the horizontal position knob. Older technology analog scopes are only able to trigger at the left side of the screen. This means that analog oscilloscopes are only capable of showing portions of waveforms that occur after the trigger event – sometimes called “positive time data”. But DSOs are able to show portions of waveforms both before (negative time or pre-trigger data) and after (positive time data) the trigger event. Observing pre-trigger data can be useful for analyzing waveform data that may have lead up to a specific error trigger condition. </a:t>
            </a:r>
            <a:endParaRPr b="0" lang="de-DE" sz="2000" spc="-1" strike="noStrike">
              <a:solidFill>
                <a:srgbClr val="000000"/>
              </a:solidFill>
              <a:latin typeface="Arial"/>
            </a:endParaRPr>
          </a:p>
        </p:txBody>
      </p:sp>
      <p:sp>
        <p:nvSpPr>
          <p:cNvPr id="678" name="PlaceHolder 3"/>
          <p:cNvSpPr>
            <a:spLocks noGrp="1"/>
          </p:cNvSpPr>
          <p:nvPr>
            <p:ph type="sldNum" idx="50"/>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A8BC57-B0E1-44F5-BA64-B359078E0E24}"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406440" y="696960"/>
            <a:ext cx="6197400" cy="3485880"/>
          </a:xfrm>
          <a:prstGeom prst="rect">
            <a:avLst/>
          </a:prstGeom>
          <a:ln w="0">
            <a:noFill/>
          </a:ln>
        </p:spPr>
      </p:sp>
      <p:sp>
        <p:nvSpPr>
          <p:cNvPr id="680"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Advanced Oscilloscope Triggering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Although you will primarily be using simple rising or falling edge triggering for most of your assigned undergraduate EE and physics experiments, some of today’s more advanced oscilloscopes offer more advanced triggering modes in order to synchronize acquisitions (waveform picture taking) on more complex signals.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In this particular example we are showing a complex I</a:t>
            </a:r>
            <a:r>
              <a:rPr b="0" lang="en-US" sz="1100" spc="-1" strike="noStrike" baseline="30000">
                <a:solidFill>
                  <a:srgbClr val="000000"/>
                </a:solidFill>
                <a:latin typeface="Arial"/>
              </a:rPr>
              <a:t>2</a:t>
            </a:r>
            <a:r>
              <a:rPr b="0" lang="en-US" sz="1100" spc="-1" strike="noStrike">
                <a:solidFill>
                  <a:srgbClr val="000000"/>
                </a:solidFill>
                <a:latin typeface="Arial"/>
              </a:rPr>
              <a:t>C serial bus clock and data signal. Triggering on a unique serial bus condition such as a write operation to a specific address requires I</a:t>
            </a:r>
            <a:r>
              <a:rPr b="0" lang="en-US" sz="1100" spc="-1" strike="noStrike" baseline="30000">
                <a:solidFill>
                  <a:srgbClr val="000000"/>
                </a:solidFill>
                <a:latin typeface="Arial"/>
              </a:rPr>
              <a:t>2</a:t>
            </a:r>
            <a:r>
              <a:rPr b="0" lang="en-US" sz="1100" spc="-1" strike="noStrike">
                <a:solidFill>
                  <a:srgbClr val="000000"/>
                </a:solidFill>
                <a:latin typeface="Arial"/>
              </a:rPr>
              <a:t>C triggering. Simple edge triggering is only able to trigger on random edge crossings.</a:t>
            </a:r>
            <a:endParaRPr b="0" lang="de-DE" sz="1100" spc="-1" strike="noStrike">
              <a:solidFill>
                <a:srgbClr val="000000"/>
              </a:solidFill>
              <a:latin typeface="Arial"/>
            </a:endParaRPr>
          </a:p>
        </p:txBody>
      </p:sp>
      <p:sp>
        <p:nvSpPr>
          <p:cNvPr id="681" name="PlaceHolder 3"/>
          <p:cNvSpPr>
            <a:spLocks noGrp="1"/>
          </p:cNvSpPr>
          <p:nvPr>
            <p:ph type="sldNum" idx="51"/>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0E68881-84EC-4F23-8291-2FF4FD8DE495}"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406440" y="696960"/>
            <a:ext cx="6197400" cy="3485880"/>
          </a:xfrm>
          <a:prstGeom prst="rect">
            <a:avLst/>
          </a:prstGeom>
          <a:ln w="0">
            <a:noFill/>
          </a:ln>
        </p:spPr>
      </p:sp>
      <p:sp>
        <p:nvSpPr>
          <p:cNvPr id="683"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fontScale="81111"/>
          </a:bodyPr>
          <a:p>
            <a:pPr marL="216000" indent="0">
              <a:lnSpc>
                <a:spcPct val="100000"/>
              </a:lnSpc>
              <a:buNone/>
            </a:pPr>
            <a:r>
              <a:rPr b="1" lang="en-US" sz="1100" spc="-1" strike="noStrike">
                <a:solidFill>
                  <a:srgbClr val="000000"/>
                </a:solidFill>
                <a:latin typeface="Arial"/>
              </a:rPr>
              <a:t>Oscilloscope Theory of Operation</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At the heart of all digital storage oscilloscopes (DSOs) are the scope’s analog-to-digital converter (ADC) and acquisition memory. This is essentially the component of the scope that takes waveform pictures. The ADC takes an analog input signal and then converts the analog voltage value at a particular point in time to a digital binary value. This is typically accomplished with 8 bits of vertical resolution in most of today’s DSOs. In other words, typical DSOs can resolve voltage values of input signals within 1 part in 256.</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“Attenuator”, “DC offset”, and “Amplifier” blocks perform pre-scaling on the input signal in order to scale the input signal to be within the fixed dynamic range of the ADC. When you adjust the V/div knob, this sets up specific voltage-divider networks in the attenuator block to possibly reduce the amplitude of the input signal, and also sets the gain of the amplifier. When you adjust the vertical position knob, this changes the DC offset. Again, this is to bring the input signal that may have a specific amount of dc offset to be within the fixed dynamic range of the ADC.</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trigger and timebase blocks control when and how fast the ADC samples (takes pictures). The trigger signal actually tells the timebase block when to stop taking acquisitions (pictures). For example, if the scope has a memory depth of 1000 points (or samples per acquisition), and if the scope has been setup to trigger at exactly center screen, the timebase block enables the ADC/memory blocks to continuously sample the input or order fill at least half of the memory. Once the trigger event occurs, the timebase block allows the ADC/memory blocks to take 500 additional samples before sampling is stopped. In this case, the first 500 samples in acquisition memory represent waveform data before the trigger event, while the last 500 samples in acquisition memory represent waveform data after the trigger event.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When an acquisition cycle has been completed, stored samples in the acquisition memory must then be processed for display. Older DSOs simply used the scope’s CPU system to read the data out of acquisition memory – one sample at a time - , process the data, and then re-store the sampled data into display memory. This was a time-consuming process that sometimes resulted in slow waveform update rates – especially when processing deep memory records. Many of today’s newer DSOs use dedicated and custom DSPs to quickly process/digitally-filter data and then effectively “pipe-line” waveform data into display memory to thereby improve throughput and waveform update rates.</a:t>
            </a:r>
            <a:endParaRPr b="0" lang="de-DE" sz="1100" spc="-1" strike="noStrike">
              <a:solidFill>
                <a:srgbClr val="000000"/>
              </a:solidFill>
              <a:latin typeface="Arial"/>
            </a:endParaRPr>
          </a:p>
        </p:txBody>
      </p:sp>
      <p:sp>
        <p:nvSpPr>
          <p:cNvPr id="684" name="PlaceHolder 3"/>
          <p:cNvSpPr>
            <a:spLocks noGrp="1"/>
          </p:cNvSpPr>
          <p:nvPr>
            <p:ph type="sldNum" idx="52"/>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AE335FD-20BF-4936-B096-0995DFBD0BEB}"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406440" y="696960"/>
            <a:ext cx="6197400" cy="3485880"/>
          </a:xfrm>
          <a:prstGeom prst="rect">
            <a:avLst/>
          </a:prstGeom>
          <a:ln w="0">
            <a:noFill/>
          </a:ln>
        </p:spPr>
      </p:sp>
      <p:sp>
        <p:nvSpPr>
          <p:cNvPr id="686"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Oscilloscope Performance Specifications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Oscilloscope have many different specifications, but the most important specification of an oscilloscope is its bandwidth. The highest input frequency that a scope can capture and accurately measure is based on the bandwidth specification of the scope. But a scope cannot make accurate measurements on signals of the same frequency as the bandwidth frequency.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All scopes exhibit a low-pass frequency response – typically called a Gaussian response. A Gaussian frequency response closely approximates a single-pole low-pass filter. You may have plotted responses similar to this in some of your EE classes, and may know of these as Bode plots.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As the frequency of an input signal increases, the scope will begin to attenuate the input signal and then begin to make inaccurate measurements. The frequency at which a sine wave input signal is attenuated by 3 dB is the bandwidth of the scope. But 3 dB of attenuation is equivalent to approximately 30% attenuation based on the 20 Log(Vo/Vi) formula . </a:t>
            </a:r>
            <a:endParaRPr b="0" lang="de-DE" sz="1100" spc="-1" strike="noStrike">
              <a:solidFill>
                <a:srgbClr val="000000"/>
              </a:solidFill>
              <a:latin typeface="Arial"/>
            </a:endParaRPr>
          </a:p>
        </p:txBody>
      </p:sp>
      <p:sp>
        <p:nvSpPr>
          <p:cNvPr id="687" name="PlaceHolder 3"/>
          <p:cNvSpPr>
            <a:spLocks noGrp="1"/>
          </p:cNvSpPr>
          <p:nvPr>
            <p:ph type="sldNum" idx="53"/>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4A654CF-07C7-4031-9A3A-159C1633FB54}"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406440" y="696960"/>
            <a:ext cx="6197400" cy="3485880"/>
          </a:xfrm>
          <a:prstGeom prst="rect">
            <a:avLst/>
          </a:prstGeom>
          <a:ln w="0">
            <a:noFill/>
          </a:ln>
        </p:spPr>
      </p:sp>
      <p:sp>
        <p:nvSpPr>
          <p:cNvPr id="689"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fontScale="87222" lnSpcReduction="10000"/>
          </a:bodyPr>
          <a:p>
            <a:pPr marL="216000" indent="0">
              <a:lnSpc>
                <a:spcPct val="100000"/>
              </a:lnSpc>
              <a:buNone/>
            </a:pPr>
            <a:r>
              <a:rPr b="1" lang="en-US" sz="1100" spc="-1" strike="noStrike">
                <a:solidFill>
                  <a:srgbClr val="000000"/>
                </a:solidFill>
                <a:latin typeface="Arial"/>
              </a:rPr>
              <a:t>Selecting the Right Bandwidth</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Since input sine waves are attenuated by approximately 30% (-3 dB) at the bandwidth frequency of the scope, you should never use a scope of a specific bandwidth to test signals of the same frequency.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For pure analog/RF measurement applications (sine waves), it is recommended that the scope’s bandwidth be at three times higher than the highest input sine wave frequency that you may want to measure. At 1/3 the scope’s bandwidth, signals are typically minimally attenuated.</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For digital applications, which are actually more common today, your scope’s bandwidth should be at least fives times higher than the highest clock rate in your system. If you remember from some of your EE classes, all signals – including digital clock signals – are composed of multiple sine waves.  If your scope’s bandwidth is at least five times higher than the highest clock rate, then it will be able to capture up to the fifth harmonic with minimal attenuation.</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This slide shows two different bandwidth oscilloscopes capturing the same 100 MHz digital clock signal. The screen-shot on the left shows what a 100 MHz digital clock looks like when captured by a 100 MHz bandwidth oscilloscope. The higher harmonics of this signal have been attenuated to such a degree that all that virtually remains is the fundamental frequency component of this clock signal (100 MHz sine wave).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The screen-shot on the right shows what the same 100 MHz clock signal looks when captured by a 500 MHz bandwidth scope. The 500 MHz bandwidth scope is able to not only capture the 100 MHz fundamental frequency component, but also the 3</a:t>
            </a:r>
            <a:r>
              <a:rPr b="0" lang="en-US" sz="1100" spc="-1" strike="noStrike" baseline="30000">
                <a:solidFill>
                  <a:srgbClr val="000000"/>
                </a:solidFill>
                <a:latin typeface="Arial"/>
              </a:rPr>
              <a:t>rd</a:t>
            </a:r>
            <a:r>
              <a:rPr b="0" lang="en-US" sz="1100" spc="-1" strike="noStrike">
                <a:solidFill>
                  <a:srgbClr val="000000"/>
                </a:solidFill>
                <a:latin typeface="Arial"/>
              </a:rPr>
              <a:t> and 5</a:t>
            </a:r>
            <a:r>
              <a:rPr b="0" lang="en-US" sz="1100" spc="-1" strike="noStrike" baseline="30000">
                <a:solidFill>
                  <a:srgbClr val="000000"/>
                </a:solidFill>
                <a:latin typeface="Arial"/>
              </a:rPr>
              <a:t>th</a:t>
            </a:r>
            <a:r>
              <a:rPr b="0" lang="en-US" sz="1100" spc="-1" strike="noStrike">
                <a:solidFill>
                  <a:srgbClr val="000000"/>
                </a:solidFill>
                <a:latin typeface="Arial"/>
              </a:rPr>
              <a:t> harmonics with reasonable accuracy.</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Note that the 5X factor for digital applications is actually just a “rule-of-thumb” recommendation. There is actually a more accurate method to determine the appropriate bandwidth based on actual frequency content in high speed edges – regardless of the clock rate. If you are interested in learning about this more accurate method, refer the application note listed at the end of this presentation titled, “Evaluating Oscilloscope Bandwidths for your Applications”.  </a:t>
            </a:r>
            <a:endParaRPr b="0" lang="de-DE" sz="1100" spc="-1" strike="noStrike">
              <a:solidFill>
                <a:srgbClr val="000000"/>
              </a:solidFill>
              <a:latin typeface="Arial"/>
            </a:endParaRPr>
          </a:p>
        </p:txBody>
      </p:sp>
      <p:sp>
        <p:nvSpPr>
          <p:cNvPr id="690" name="PlaceHolder 3"/>
          <p:cNvSpPr>
            <a:spLocks noGrp="1"/>
          </p:cNvSpPr>
          <p:nvPr>
            <p:ph type="sldNum" idx="54"/>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A82F7FC-08D4-4922-B3CA-C78CC9CF47E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406440" y="696960"/>
            <a:ext cx="6197400" cy="3485880"/>
          </a:xfrm>
          <a:prstGeom prst="rect">
            <a:avLst/>
          </a:prstGeom>
          <a:ln w="0">
            <a:noFill/>
          </a:ln>
        </p:spPr>
      </p:sp>
      <p:sp>
        <p:nvSpPr>
          <p:cNvPr id="692"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Other Important Oscilloscope Specifications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Although bandwidth is the most important oscilloscope specification, there are other specifications that you should consider if you are ever tasked with selecting and purchasing an oscilloscope. These include:</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Sample Rate – should be at least 4X the scope’s bandwidth</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Memory Depth – determines the length of a waveform that be captured</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Number of Channels – Most scopes come in 2-channel and 4-channel models. But MSO models add additional logic timing channels of acquisition in order to monitor and test more complex sets of digital signals.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Waveform Update Rate – Faster update rates means faster picture taking, which can improve the scope’s probability of capturing infrequent events, such as glitches.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Display Quality – consists of display size, resolution, and number of levels of intensity gradation. Intensity gradation can be an important characteristic of a scope’s display quality in order to view and make intuitive judgments about random noise and jitter.</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Advance Triggering Modes- enables the scope to synchronize on more complex signals, such as serial bus signals.</a:t>
            </a:r>
            <a:endParaRPr b="0" lang="de-DE" sz="1100" spc="-1" strike="noStrike">
              <a:solidFill>
                <a:srgbClr val="000000"/>
              </a:solidFill>
              <a:latin typeface="Arial"/>
            </a:endParaRPr>
          </a:p>
        </p:txBody>
      </p:sp>
      <p:sp>
        <p:nvSpPr>
          <p:cNvPr id="693" name="PlaceHolder 3"/>
          <p:cNvSpPr>
            <a:spLocks noGrp="1"/>
          </p:cNvSpPr>
          <p:nvPr>
            <p:ph type="sldNum" idx="55"/>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CE16F79-20EB-4E7D-B933-F43E99569A4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406440" y="696960"/>
            <a:ext cx="6197400" cy="3485880"/>
          </a:xfrm>
          <a:prstGeom prst="rect">
            <a:avLst/>
          </a:prstGeom>
          <a:ln w="0">
            <a:noFill/>
          </a:ln>
        </p:spPr>
      </p:sp>
      <p:sp>
        <p:nvSpPr>
          <p:cNvPr id="695"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Probing Revisited – Dynamic/AC Probe Model</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Earlier we discussed the static/DC model of a standard 10:1 passive probe. For the static/DC model, we significantly simplified the model by eliminating the capacitive elements/components. This left us with a simple 2-resistor voltage-divider network.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Let’s now address the dynamic/AC model of the probe/scope and take into account the affects of the capacitive elements of this model. C</a:t>
            </a:r>
            <a:r>
              <a:rPr b="0" lang="en-US" sz="1100" spc="-1" strike="noStrike" baseline="-25000">
                <a:solidFill>
                  <a:srgbClr val="000000"/>
                </a:solidFill>
                <a:latin typeface="Arial"/>
              </a:rPr>
              <a:t>cable</a:t>
            </a:r>
            <a:r>
              <a:rPr b="0" lang="en-US" sz="1100" spc="-1" strike="noStrike">
                <a:solidFill>
                  <a:srgbClr val="000000"/>
                </a:solidFill>
                <a:latin typeface="Arial"/>
              </a:rPr>
              <a:t>, which is the capacitance of the probe cable, and C</a:t>
            </a:r>
            <a:r>
              <a:rPr b="0" lang="en-US" sz="1100" spc="-1" strike="noStrike" baseline="-25000">
                <a:solidFill>
                  <a:srgbClr val="000000"/>
                </a:solidFill>
                <a:latin typeface="Arial"/>
              </a:rPr>
              <a:t>scope</a:t>
            </a:r>
            <a:r>
              <a:rPr b="0" lang="en-US" sz="1100" spc="-1" strike="noStrike">
                <a:solidFill>
                  <a:srgbClr val="000000"/>
                </a:solidFill>
                <a:latin typeface="Arial"/>
              </a:rPr>
              <a:t>, which is the capacitance on the input of the scope’s BNC, are inherent (or parasitic) capacitances in this probe model. This means that these elements were not intentionally designed-in – but are just an unfortunate fact of life. C</a:t>
            </a:r>
            <a:r>
              <a:rPr b="0" lang="en-US" sz="1100" spc="-1" strike="noStrike" baseline="-25000">
                <a:solidFill>
                  <a:srgbClr val="000000"/>
                </a:solidFill>
                <a:latin typeface="Arial"/>
              </a:rPr>
              <a:t>tip</a:t>
            </a:r>
            <a:r>
              <a:rPr b="0" lang="en-US" sz="1100" spc="-1" strike="noStrike">
                <a:solidFill>
                  <a:srgbClr val="000000"/>
                </a:solidFill>
                <a:latin typeface="Arial"/>
              </a:rPr>
              <a:t> and C</a:t>
            </a:r>
            <a:r>
              <a:rPr b="0" lang="en-US" sz="1100" spc="-1" strike="noStrike" baseline="-25000">
                <a:solidFill>
                  <a:srgbClr val="000000"/>
                </a:solidFill>
                <a:latin typeface="Arial"/>
              </a:rPr>
              <a:t>comp</a:t>
            </a:r>
            <a:r>
              <a:rPr b="0" lang="en-US" sz="1100" spc="-1" strike="noStrike">
                <a:solidFill>
                  <a:srgbClr val="000000"/>
                </a:solidFill>
                <a:latin typeface="Arial"/>
              </a:rPr>
              <a:t>, which stands for the variable compensation capacitor, are intentionally designed-in to compensate for the natural/inherent capacitive elements. When C</a:t>
            </a:r>
            <a:r>
              <a:rPr b="0" lang="en-US" sz="1100" spc="-1" strike="noStrike" baseline="-25000">
                <a:solidFill>
                  <a:srgbClr val="000000"/>
                </a:solidFill>
                <a:latin typeface="Arial"/>
              </a:rPr>
              <a:t>comp</a:t>
            </a:r>
            <a:r>
              <a:rPr b="0" lang="en-US" sz="1100" spc="-1" strike="noStrike">
                <a:solidFill>
                  <a:srgbClr val="000000"/>
                </a:solidFill>
                <a:latin typeface="Arial"/>
              </a:rPr>
              <a:t> is properly tuned, the capacitive reactance of C</a:t>
            </a:r>
            <a:r>
              <a:rPr b="0" lang="en-US" sz="1100" spc="-1" strike="noStrike" baseline="-25000">
                <a:solidFill>
                  <a:srgbClr val="000000"/>
                </a:solidFill>
                <a:latin typeface="Arial"/>
              </a:rPr>
              <a:t>tip</a:t>
            </a:r>
            <a:r>
              <a:rPr b="0" lang="en-US" sz="1100" spc="-1" strike="noStrike">
                <a:solidFill>
                  <a:srgbClr val="000000"/>
                </a:solidFill>
                <a:latin typeface="Arial"/>
              </a:rPr>
              <a:t> relative to the parallel combination of C</a:t>
            </a:r>
            <a:r>
              <a:rPr b="0" lang="en-US" sz="1100" spc="-1" strike="noStrike" baseline="-25000">
                <a:solidFill>
                  <a:srgbClr val="000000"/>
                </a:solidFill>
                <a:latin typeface="Arial"/>
              </a:rPr>
              <a:t>comp</a:t>
            </a:r>
            <a:r>
              <a:rPr b="0" lang="en-US" sz="1100" spc="-1" strike="noStrike">
                <a:solidFill>
                  <a:srgbClr val="000000"/>
                </a:solidFill>
                <a:latin typeface="Arial"/>
              </a:rPr>
              <a:t> + C</a:t>
            </a:r>
            <a:r>
              <a:rPr b="0" lang="en-US" sz="1100" spc="-1" strike="noStrike" baseline="-25000">
                <a:solidFill>
                  <a:srgbClr val="000000"/>
                </a:solidFill>
                <a:latin typeface="Arial"/>
              </a:rPr>
              <a:t>cable</a:t>
            </a:r>
            <a:r>
              <a:rPr b="0" lang="en-US" sz="1100" spc="-1" strike="noStrike">
                <a:solidFill>
                  <a:srgbClr val="000000"/>
                </a:solidFill>
                <a:latin typeface="Arial"/>
              </a:rPr>
              <a:t> + C</a:t>
            </a:r>
            <a:r>
              <a:rPr b="0" lang="en-US" sz="1100" spc="-1" strike="noStrike" baseline="-25000">
                <a:solidFill>
                  <a:srgbClr val="000000"/>
                </a:solidFill>
                <a:latin typeface="Arial"/>
              </a:rPr>
              <a:t>scope</a:t>
            </a:r>
            <a:r>
              <a:rPr b="0" lang="en-US" sz="1100" spc="-1" strike="noStrike">
                <a:solidFill>
                  <a:srgbClr val="000000"/>
                </a:solidFill>
                <a:latin typeface="Arial"/>
              </a:rPr>
              <a:t> should have the same attenuation ratio as the attenuation due to the resistive components in the model. In order words. X</a:t>
            </a:r>
            <a:r>
              <a:rPr b="0" lang="en-US" sz="1100" spc="-1" strike="noStrike" baseline="-25000">
                <a:solidFill>
                  <a:srgbClr val="000000"/>
                </a:solidFill>
                <a:latin typeface="Arial"/>
              </a:rPr>
              <a:t>C-tip</a:t>
            </a:r>
            <a:r>
              <a:rPr b="0" lang="en-US" sz="1100" spc="-1" strike="noStrike">
                <a:solidFill>
                  <a:srgbClr val="000000"/>
                </a:solidFill>
                <a:latin typeface="Arial"/>
              </a:rPr>
              <a:t> should be 9X that of X</a:t>
            </a:r>
            <a:r>
              <a:rPr b="0" lang="en-US" sz="1100" spc="-1" strike="noStrike" baseline="-25000">
                <a:solidFill>
                  <a:srgbClr val="000000"/>
                </a:solidFill>
                <a:latin typeface="Arial"/>
              </a:rPr>
              <a:t>C-parallel</a:t>
            </a:r>
            <a:r>
              <a:rPr b="0" lang="en-US" sz="1100" spc="-1" strike="noStrike">
                <a:solidFill>
                  <a:srgbClr val="000000"/>
                </a:solidFill>
                <a:latin typeface="Arial"/>
              </a:rPr>
              <a:t>. This will establish the same 10:1 reduction in amplitude of signals received at the scope’s input BNC under AC/dynamic conditions as the resistive network under DC conditions.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Also note that when X</a:t>
            </a:r>
            <a:r>
              <a:rPr b="0" lang="en-US" sz="1100" spc="-1" strike="noStrike" baseline="-25000">
                <a:solidFill>
                  <a:srgbClr val="000000"/>
                </a:solidFill>
                <a:latin typeface="Arial"/>
              </a:rPr>
              <a:t>C-tip</a:t>
            </a:r>
            <a:r>
              <a:rPr b="0" lang="en-US" sz="1100" spc="-1" strike="noStrike">
                <a:solidFill>
                  <a:srgbClr val="000000"/>
                </a:solidFill>
                <a:latin typeface="Arial"/>
              </a:rPr>
              <a:t> is exactly 9X that of X</a:t>
            </a:r>
            <a:r>
              <a:rPr b="0" lang="en-US" sz="1100" spc="-1" strike="noStrike" baseline="-25000">
                <a:solidFill>
                  <a:srgbClr val="000000"/>
                </a:solidFill>
                <a:latin typeface="Arial"/>
              </a:rPr>
              <a:t>C-parallel</a:t>
            </a:r>
            <a:r>
              <a:rPr b="0" lang="en-US" sz="1100" spc="-1" strike="noStrike">
                <a:solidFill>
                  <a:srgbClr val="000000"/>
                </a:solidFill>
                <a:latin typeface="Arial"/>
              </a:rPr>
              <a:t>, the RC time-constant of R</a:t>
            </a:r>
            <a:r>
              <a:rPr b="0" lang="en-US" sz="1100" spc="-1" strike="noStrike" baseline="-25000">
                <a:solidFill>
                  <a:srgbClr val="000000"/>
                </a:solidFill>
                <a:latin typeface="Arial"/>
              </a:rPr>
              <a:t>tip</a:t>
            </a:r>
            <a:r>
              <a:rPr b="0" lang="en-US" sz="1100" spc="-1" strike="noStrike">
                <a:solidFill>
                  <a:srgbClr val="000000"/>
                </a:solidFill>
                <a:latin typeface="Arial"/>
              </a:rPr>
              <a:t> and C</a:t>
            </a:r>
            <a:r>
              <a:rPr b="0" lang="en-US" sz="1100" spc="-1" strike="noStrike" baseline="-25000">
                <a:solidFill>
                  <a:srgbClr val="000000"/>
                </a:solidFill>
                <a:latin typeface="Arial"/>
              </a:rPr>
              <a:t>tip</a:t>
            </a:r>
            <a:r>
              <a:rPr b="0" lang="en-US" sz="1100" spc="-1" strike="noStrike">
                <a:solidFill>
                  <a:srgbClr val="000000"/>
                </a:solidFill>
                <a:latin typeface="Arial"/>
              </a:rPr>
              <a:t> will be equal to the RC time-constant of R</a:t>
            </a:r>
            <a:r>
              <a:rPr b="0" lang="en-US" sz="1100" spc="-1" strike="noStrike" baseline="-25000">
                <a:solidFill>
                  <a:srgbClr val="000000"/>
                </a:solidFill>
                <a:latin typeface="Arial"/>
              </a:rPr>
              <a:t>scope</a:t>
            </a:r>
            <a:r>
              <a:rPr b="0" lang="en-US" sz="1100" spc="-1" strike="noStrike">
                <a:solidFill>
                  <a:srgbClr val="000000"/>
                </a:solidFill>
                <a:latin typeface="Arial"/>
              </a:rPr>
              <a:t> and C</a:t>
            </a:r>
            <a:r>
              <a:rPr b="0" lang="en-US" sz="1100" spc="-1" strike="noStrike" baseline="-25000">
                <a:solidFill>
                  <a:srgbClr val="000000"/>
                </a:solidFill>
                <a:latin typeface="Arial"/>
              </a:rPr>
              <a:t>parallel</a:t>
            </a:r>
            <a:r>
              <a:rPr b="0" lang="en-US" sz="1100" spc="-1" strike="noStrike">
                <a:solidFill>
                  <a:srgbClr val="000000"/>
                </a:solidFill>
                <a:latin typeface="Arial"/>
              </a:rPr>
              <a:t>. </a:t>
            </a:r>
            <a:endParaRPr b="0" lang="de-DE" sz="1100" spc="-1" strike="noStrike">
              <a:solidFill>
                <a:srgbClr val="000000"/>
              </a:solidFill>
              <a:latin typeface="Arial"/>
            </a:endParaRPr>
          </a:p>
        </p:txBody>
      </p:sp>
      <p:sp>
        <p:nvSpPr>
          <p:cNvPr id="696" name="PlaceHolder 3"/>
          <p:cNvSpPr>
            <a:spLocks noGrp="1"/>
          </p:cNvSpPr>
          <p:nvPr>
            <p:ph type="sldNum" idx="56"/>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FD102B7-8B64-479B-857A-9265CCA08116}"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406440" y="696960"/>
            <a:ext cx="6197400" cy="3485880"/>
          </a:xfrm>
          <a:prstGeom prst="rect">
            <a:avLst/>
          </a:prstGeom>
          <a:ln w="0">
            <a:noFill/>
          </a:ln>
        </p:spPr>
      </p:sp>
      <p:sp>
        <p:nvSpPr>
          <p:cNvPr id="698"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Compensating the Probes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To compensate your probes, first connect the probes of your scope to the “Probe Comp” terminal on the front panel of the scope. This is the same terminal that is also labeled “Demo2”. When the training signals are not turned on, there will always be a 1 kHz square wave present on this terminal to be used for probe compensation.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Next, set up the scope to display a few cycles of this signal on the scope’s display. If your probes are properly compensated, you should observe a near-perfect square wave on each channel of the scope as shown in the screen-shot on the left. If your probes are not properly compensated, you will observe waveform distortion as shown in the screen-shot on the right. To correct for this distortion, adjust the variable compensation capacitor on each probe using a small flat-blade screw driver until you observe distortion-free waveforms (perfect square wave). </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Once your probes have been properly compensated, you should not need to repeat this process the next time you use this particular scope with these particular probes. However, it is good practice to occasionally connect your probes to the probe compensation terminal to insure that they are still properly adjusted. </a:t>
            </a:r>
            <a:endParaRPr b="0" lang="de-DE" sz="1100" spc="-1" strike="noStrike">
              <a:solidFill>
                <a:srgbClr val="000000"/>
              </a:solidFill>
              <a:latin typeface="Arial"/>
            </a:endParaRPr>
          </a:p>
        </p:txBody>
      </p:sp>
      <p:sp>
        <p:nvSpPr>
          <p:cNvPr id="699" name="PlaceHolder 3"/>
          <p:cNvSpPr>
            <a:spLocks noGrp="1"/>
          </p:cNvSpPr>
          <p:nvPr>
            <p:ph type="sldNum" idx="57"/>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5B67C48-E21B-416B-8058-0FB4F93ED0EC}"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406440" y="696960"/>
            <a:ext cx="6197400" cy="3485880"/>
          </a:xfrm>
          <a:prstGeom prst="rect">
            <a:avLst/>
          </a:prstGeom>
          <a:ln w="0">
            <a:noFill/>
          </a:ln>
        </p:spPr>
      </p:sp>
      <p:sp>
        <p:nvSpPr>
          <p:cNvPr id="701"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Probe Loading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Besides properly compensating your 10:1 passive probes in order to achieve the most accurate oscilloscope measurements, another issue that must be considered is probe loading. In other words, will connecting the probe and scope to your device-under-test (DUT) change your circuit’s behavior? When you connect any instrument to your circuit, the instrument itself (including the probe) becomes a part of your DUT and can “load” or change the behavior of your signals to some degree. To determine the degree of probe/scope loading, our probe/scope model can be simplified down to single resistor and capacitor as shown in this slide. Let’s now compute the values of R</a:t>
            </a:r>
            <a:r>
              <a:rPr b="0" lang="en-US" sz="1100" spc="-1" strike="noStrike" baseline="-25000">
                <a:solidFill>
                  <a:srgbClr val="000000"/>
                </a:solidFill>
                <a:latin typeface="Arial"/>
              </a:rPr>
              <a:t>load</a:t>
            </a:r>
            <a:r>
              <a:rPr b="0" lang="en-US" sz="1100" spc="-1" strike="noStrike">
                <a:solidFill>
                  <a:srgbClr val="000000"/>
                </a:solidFill>
                <a:latin typeface="Arial"/>
              </a:rPr>
              <a:t> and C</a:t>
            </a:r>
            <a:r>
              <a:rPr b="0" lang="en-US" sz="1100" spc="-1" strike="noStrike" baseline="-25000">
                <a:solidFill>
                  <a:srgbClr val="000000"/>
                </a:solidFill>
                <a:latin typeface="Arial"/>
              </a:rPr>
              <a:t>load</a:t>
            </a:r>
            <a:r>
              <a:rPr b="0" lang="en-US" sz="1100" spc="-1" strike="noStrike">
                <a:solidFill>
                  <a:srgbClr val="000000"/>
                </a:solidFill>
                <a:latin typeface="Arial"/>
              </a:rPr>
              <a:t>.</a:t>
            </a:r>
            <a:endParaRPr b="0" lang="de-DE" sz="1100" spc="-1" strike="noStrike">
              <a:solidFill>
                <a:srgbClr val="000000"/>
              </a:solidFill>
              <a:latin typeface="Arial"/>
            </a:endParaRPr>
          </a:p>
        </p:txBody>
      </p:sp>
      <p:sp>
        <p:nvSpPr>
          <p:cNvPr id="702" name="PlaceHolder 3"/>
          <p:cNvSpPr>
            <a:spLocks noGrp="1"/>
          </p:cNvSpPr>
          <p:nvPr>
            <p:ph type="sldNum" idx="58"/>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D8EEED5-9F06-41CA-8AA6-A0EDD6873E6A}"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406440" y="696960"/>
            <a:ext cx="6197400" cy="3485880"/>
          </a:xfrm>
          <a:prstGeom prst="rect">
            <a:avLst/>
          </a:prstGeom>
          <a:ln w="0">
            <a:noFill/>
          </a:ln>
        </p:spPr>
      </p:sp>
      <p:sp>
        <p:nvSpPr>
          <p:cNvPr id="704" name="PlaceHolder 2"/>
          <p:cNvSpPr>
            <a:spLocks noGrp="1"/>
          </p:cNvSpPr>
          <p:nvPr>
            <p:ph type="body"/>
          </p:nvPr>
        </p:nvSpPr>
        <p:spPr>
          <a:xfrm>
            <a:off x="701280" y="4416120"/>
            <a:ext cx="5704200" cy="4183560"/>
          </a:xfrm>
          <a:prstGeom prst="rect">
            <a:avLst/>
          </a:prstGeom>
          <a:noFill/>
          <a:ln w="0">
            <a:noFill/>
          </a:ln>
        </p:spPr>
        <p:txBody>
          <a:bodyPr lIns="93240" rIns="93240" tIns="46440" bIns="46440" anchor="t">
            <a:normAutofit fontScale="87222" lnSpcReduction="20000"/>
          </a:bodyPr>
          <a:p>
            <a:pPr marL="216000" indent="0">
              <a:lnSpc>
                <a:spcPct val="100000"/>
              </a:lnSpc>
              <a:buNone/>
            </a:pPr>
            <a:r>
              <a:rPr b="1" lang="en-US" sz="1100" spc="-1" strike="noStrike">
                <a:solidFill>
                  <a:srgbClr val="000000"/>
                </a:solidFill>
                <a:latin typeface="Arial"/>
              </a:rPr>
              <a:t>Assignment</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Assume the following:</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C</a:t>
            </a:r>
            <a:r>
              <a:rPr b="0" lang="en-US" sz="1100" spc="-1" strike="noStrike" baseline="-25000">
                <a:solidFill>
                  <a:srgbClr val="000000"/>
                </a:solidFill>
                <a:latin typeface="Arial"/>
              </a:rPr>
              <a:t>scope</a:t>
            </a:r>
            <a:r>
              <a:rPr b="0" lang="en-US" sz="1100" spc="-1" strike="noStrike">
                <a:solidFill>
                  <a:srgbClr val="000000"/>
                </a:solidFill>
                <a:latin typeface="Arial"/>
              </a:rPr>
              <a:t> = 15 pF</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C</a:t>
            </a:r>
            <a:r>
              <a:rPr b="0" lang="en-US" sz="1100" spc="-1" strike="noStrike" baseline="-25000">
                <a:solidFill>
                  <a:srgbClr val="000000"/>
                </a:solidFill>
                <a:latin typeface="Arial"/>
              </a:rPr>
              <a:t>cable </a:t>
            </a:r>
            <a:r>
              <a:rPr b="0" lang="en-US" sz="1100" spc="-1" strike="noStrike">
                <a:solidFill>
                  <a:srgbClr val="000000"/>
                </a:solidFill>
                <a:latin typeface="Arial"/>
              </a:rPr>
              <a:t>= 100 pF</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C</a:t>
            </a:r>
            <a:r>
              <a:rPr b="0" lang="en-US" sz="1100" spc="-1" strike="noStrike" baseline="-25000">
                <a:solidFill>
                  <a:srgbClr val="000000"/>
                </a:solidFill>
                <a:latin typeface="Arial"/>
              </a:rPr>
              <a:t>tip</a:t>
            </a:r>
            <a:r>
              <a:rPr b="0" lang="en-US" sz="1100" spc="-1" strike="noStrike">
                <a:solidFill>
                  <a:srgbClr val="000000"/>
                </a:solidFill>
                <a:latin typeface="Arial"/>
              </a:rPr>
              <a:t> = 15 pF</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R</a:t>
            </a:r>
            <a:r>
              <a:rPr b="0" lang="en-US" sz="1100" spc="-1" strike="noStrike" baseline="-25000">
                <a:solidFill>
                  <a:srgbClr val="000000"/>
                </a:solidFill>
                <a:latin typeface="Arial"/>
              </a:rPr>
              <a:t>load</a:t>
            </a:r>
            <a:r>
              <a:rPr b="0" lang="en-US" sz="1100" spc="-1" strike="noStrike">
                <a:solidFill>
                  <a:srgbClr val="000000"/>
                </a:solidFill>
                <a:latin typeface="Arial"/>
              </a:rPr>
              <a:t> is simply the series combination of R</a:t>
            </a:r>
            <a:r>
              <a:rPr b="0" lang="en-US" sz="1100" spc="-1" strike="noStrike" baseline="-25000">
                <a:solidFill>
                  <a:srgbClr val="000000"/>
                </a:solidFill>
                <a:latin typeface="Arial"/>
              </a:rPr>
              <a:t>tip</a:t>
            </a:r>
            <a:r>
              <a:rPr b="0" lang="en-US" sz="1100" spc="-1" strike="noStrike">
                <a:solidFill>
                  <a:srgbClr val="000000"/>
                </a:solidFill>
                <a:latin typeface="Arial"/>
              </a:rPr>
              <a:t> (9 M</a:t>
            </a:r>
            <a:r>
              <a:rPr b="0" lang="el-GR" sz="1100" spc="-1" strike="noStrike">
                <a:solidFill>
                  <a:srgbClr val="000000"/>
                </a:solidFill>
                <a:latin typeface="Arial"/>
              </a:rPr>
              <a:t>Ω</a:t>
            </a:r>
            <a:r>
              <a:rPr b="0" lang="en-US" sz="1100" spc="-1" strike="noStrike">
                <a:solidFill>
                  <a:srgbClr val="000000"/>
                </a:solidFill>
                <a:latin typeface="Arial"/>
              </a:rPr>
              <a:t>) and R</a:t>
            </a:r>
            <a:r>
              <a:rPr b="0" lang="en-US" sz="1100" spc="-1" strike="noStrike" baseline="-25000">
                <a:solidFill>
                  <a:srgbClr val="000000"/>
                </a:solidFill>
                <a:latin typeface="Arial"/>
              </a:rPr>
              <a:t>scope</a:t>
            </a:r>
            <a:r>
              <a:rPr b="0" lang="en-US" sz="1100" spc="-1" strike="noStrike">
                <a:solidFill>
                  <a:srgbClr val="000000"/>
                </a:solidFill>
                <a:latin typeface="Arial"/>
              </a:rPr>
              <a:t> (1 M</a:t>
            </a:r>
            <a:r>
              <a:rPr b="0" lang="el-GR" sz="1100" spc="-1" strike="noStrike">
                <a:solidFill>
                  <a:srgbClr val="000000"/>
                </a:solidFill>
                <a:latin typeface="Arial"/>
              </a:rPr>
              <a:t>Ω</a:t>
            </a:r>
            <a:r>
              <a:rPr b="0" lang="en-US" sz="1100" spc="-1" strike="noStrike">
                <a:solidFill>
                  <a:srgbClr val="000000"/>
                </a:solidFill>
                <a:latin typeface="Arial"/>
              </a:rPr>
              <a:t>), which is 10 M</a:t>
            </a:r>
            <a:r>
              <a:rPr b="0" lang="el-GR" sz="1100" spc="-1" strike="noStrike">
                <a:solidFill>
                  <a:srgbClr val="000000"/>
                </a:solidFill>
                <a:latin typeface="Arial"/>
              </a:rPr>
              <a:t>Ω</a:t>
            </a:r>
            <a:r>
              <a:rPr b="0" lang="en-US" sz="1100" spc="-1" strike="noStrike">
                <a:solidFill>
                  <a:srgbClr val="000000"/>
                </a:solidFill>
                <a:latin typeface="Arial"/>
              </a:rPr>
              <a:t>.</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Determine C</a:t>
            </a:r>
            <a:r>
              <a:rPr b="0" lang="en-US" sz="1100" spc="-1" strike="noStrike" baseline="-25000">
                <a:solidFill>
                  <a:srgbClr val="000000"/>
                </a:solidFill>
                <a:latin typeface="Arial"/>
              </a:rPr>
              <a:t>comp</a:t>
            </a:r>
            <a:r>
              <a:rPr b="0" lang="en-US" sz="1100" spc="-1" strike="noStrike">
                <a:solidFill>
                  <a:srgbClr val="000000"/>
                </a:solidFill>
                <a:latin typeface="Arial"/>
              </a:rPr>
              <a:t> (assuming proper compensation) using the capacitive reactance equations presented earlier. Remember that the reactance of C</a:t>
            </a:r>
            <a:r>
              <a:rPr b="0" lang="en-US" sz="1100" spc="-1" strike="noStrike" baseline="-25000">
                <a:solidFill>
                  <a:srgbClr val="000000"/>
                </a:solidFill>
                <a:latin typeface="Arial"/>
              </a:rPr>
              <a:t>tip</a:t>
            </a:r>
            <a:r>
              <a:rPr b="0" lang="en-US" sz="1100" spc="-1" strike="noStrike">
                <a:solidFill>
                  <a:srgbClr val="000000"/>
                </a:solidFill>
                <a:latin typeface="Arial"/>
              </a:rPr>
              <a:t> should be 9X the reactance of C</a:t>
            </a:r>
            <a:r>
              <a:rPr b="0" lang="en-US" sz="1100" spc="-1" strike="noStrike" baseline="-25000">
                <a:solidFill>
                  <a:srgbClr val="000000"/>
                </a:solidFill>
                <a:latin typeface="Arial"/>
              </a:rPr>
              <a:t>parallel</a:t>
            </a:r>
            <a:r>
              <a:rPr b="0" lang="en-US" sz="1100" spc="-1" strike="noStrike">
                <a:solidFill>
                  <a:srgbClr val="000000"/>
                </a:solidFill>
                <a:latin typeface="Arial"/>
              </a:rPr>
              <a:t>. Note that this is also the same as equating the RC time-constant of the parallel combination of R</a:t>
            </a:r>
            <a:r>
              <a:rPr b="0" lang="en-US" sz="1100" spc="-1" strike="noStrike" baseline="-25000">
                <a:solidFill>
                  <a:srgbClr val="000000"/>
                </a:solidFill>
                <a:latin typeface="Arial"/>
              </a:rPr>
              <a:t>tip</a:t>
            </a:r>
            <a:r>
              <a:rPr b="0" lang="en-US" sz="1100" spc="-1" strike="noStrike">
                <a:solidFill>
                  <a:srgbClr val="000000"/>
                </a:solidFill>
                <a:latin typeface="Arial"/>
              </a:rPr>
              <a:t> and C</a:t>
            </a:r>
            <a:r>
              <a:rPr b="0" lang="en-US" sz="1100" spc="-1" strike="noStrike" baseline="-25000">
                <a:solidFill>
                  <a:srgbClr val="000000"/>
                </a:solidFill>
                <a:latin typeface="Arial"/>
              </a:rPr>
              <a:t>tip</a:t>
            </a:r>
            <a:r>
              <a:rPr b="0" lang="en-US" sz="1100" spc="-1" strike="noStrike">
                <a:solidFill>
                  <a:srgbClr val="000000"/>
                </a:solidFill>
                <a:latin typeface="Arial"/>
              </a:rPr>
              <a:t>, with the parallel combination of the R</a:t>
            </a:r>
            <a:r>
              <a:rPr b="0" lang="en-US" sz="1100" spc="-1" strike="noStrike" baseline="-25000">
                <a:solidFill>
                  <a:srgbClr val="000000"/>
                </a:solidFill>
                <a:latin typeface="Arial"/>
              </a:rPr>
              <a:t>scope</a:t>
            </a:r>
            <a:r>
              <a:rPr b="0" lang="en-US" sz="1100" spc="-1" strike="noStrike">
                <a:solidFill>
                  <a:srgbClr val="000000"/>
                </a:solidFill>
                <a:latin typeface="Arial"/>
              </a:rPr>
              <a:t> and C</a:t>
            </a:r>
            <a:r>
              <a:rPr b="0" lang="en-US" sz="1100" spc="-1" strike="noStrike" baseline="-25000">
                <a:solidFill>
                  <a:srgbClr val="000000"/>
                </a:solidFill>
                <a:latin typeface="Arial"/>
              </a:rPr>
              <a:t>parallel</a:t>
            </a:r>
            <a:r>
              <a:rPr b="0" lang="en-US" sz="1100" spc="-1" strike="noStrike">
                <a:solidFill>
                  <a:srgbClr val="000000"/>
                </a:solidFill>
                <a:latin typeface="Arial"/>
              </a:rPr>
              <a:t>. C</a:t>
            </a:r>
            <a:r>
              <a:rPr b="0" lang="en-US" sz="1100" spc="-1" strike="noStrike" baseline="-25000">
                <a:solidFill>
                  <a:srgbClr val="000000"/>
                </a:solidFill>
                <a:latin typeface="Arial"/>
              </a:rPr>
              <a:t>parallel</a:t>
            </a:r>
            <a:r>
              <a:rPr b="0" lang="en-US" sz="1100" spc="-1" strike="noStrike">
                <a:solidFill>
                  <a:srgbClr val="000000"/>
                </a:solidFill>
                <a:latin typeface="Arial"/>
              </a:rPr>
              <a:t> is simply the parallel combination of C</a:t>
            </a:r>
            <a:r>
              <a:rPr b="0" lang="en-US" sz="1100" spc="-1" strike="noStrike" baseline="-25000">
                <a:solidFill>
                  <a:srgbClr val="000000"/>
                </a:solidFill>
                <a:latin typeface="Arial"/>
              </a:rPr>
              <a:t>comp</a:t>
            </a:r>
            <a:r>
              <a:rPr b="0" lang="en-US" sz="1100" spc="-1" strike="noStrike">
                <a:solidFill>
                  <a:srgbClr val="000000"/>
                </a:solidFill>
                <a:latin typeface="Arial"/>
              </a:rPr>
              <a:t> + C</a:t>
            </a:r>
            <a:r>
              <a:rPr b="0" lang="en-US" sz="1100" spc="-1" strike="noStrike" baseline="-25000">
                <a:solidFill>
                  <a:srgbClr val="000000"/>
                </a:solidFill>
                <a:latin typeface="Arial"/>
              </a:rPr>
              <a:t>cable</a:t>
            </a:r>
            <a:r>
              <a:rPr b="0" lang="en-US" sz="1100" spc="-1" strike="noStrike">
                <a:solidFill>
                  <a:srgbClr val="000000"/>
                </a:solidFill>
                <a:latin typeface="Arial"/>
              </a:rPr>
              <a:t> + C</a:t>
            </a:r>
            <a:r>
              <a:rPr b="0" lang="en-US" sz="1100" spc="-1" strike="noStrike" baseline="-25000">
                <a:solidFill>
                  <a:srgbClr val="000000"/>
                </a:solidFill>
                <a:latin typeface="Arial"/>
              </a:rPr>
              <a:t>scope</a:t>
            </a:r>
            <a:r>
              <a:rPr b="0" lang="en-US" sz="1100" spc="-1" strike="noStrike">
                <a:solidFill>
                  <a:srgbClr val="000000"/>
                </a:solidFill>
                <a:latin typeface="Arial"/>
              </a:rPr>
              <a:t>.</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Using the computed value of C</a:t>
            </a:r>
            <a:r>
              <a:rPr b="0" lang="en-US" sz="1100" spc="-1" strike="noStrike" baseline="-25000">
                <a:solidFill>
                  <a:srgbClr val="000000"/>
                </a:solidFill>
                <a:latin typeface="Arial"/>
              </a:rPr>
              <a:t>comp</a:t>
            </a:r>
            <a:r>
              <a:rPr b="0" lang="en-US" sz="1100" spc="-1" strike="noStrike">
                <a:solidFill>
                  <a:srgbClr val="000000"/>
                </a:solidFill>
                <a:latin typeface="Arial"/>
              </a:rPr>
              <a:t>, determine C</a:t>
            </a:r>
            <a:r>
              <a:rPr b="0" lang="en-US" sz="1100" spc="-1" strike="noStrike" baseline="-25000">
                <a:solidFill>
                  <a:srgbClr val="000000"/>
                </a:solidFill>
                <a:latin typeface="Arial"/>
              </a:rPr>
              <a:t>load</a:t>
            </a:r>
            <a:r>
              <a:rPr b="0" lang="en-US" sz="1100" spc="-1" strike="noStrike">
                <a:solidFill>
                  <a:srgbClr val="000000"/>
                </a:solidFill>
                <a:latin typeface="Arial"/>
              </a:rPr>
              <a:t>. C</a:t>
            </a:r>
            <a:r>
              <a:rPr b="0" lang="en-US" sz="1100" spc="-1" strike="noStrike" baseline="-25000">
                <a:solidFill>
                  <a:srgbClr val="000000"/>
                </a:solidFill>
                <a:latin typeface="Arial"/>
              </a:rPr>
              <a:t>load</a:t>
            </a:r>
            <a:r>
              <a:rPr b="0" lang="en-US" sz="1100" spc="-1" strike="noStrike">
                <a:solidFill>
                  <a:srgbClr val="000000"/>
                </a:solidFill>
                <a:latin typeface="Arial"/>
              </a:rPr>
              <a:t> will be the series combination of C</a:t>
            </a:r>
            <a:r>
              <a:rPr b="0" lang="en-US" sz="1100" spc="-1" strike="noStrike" baseline="-25000">
                <a:solidFill>
                  <a:srgbClr val="000000"/>
                </a:solidFill>
                <a:latin typeface="Arial"/>
              </a:rPr>
              <a:t>tip</a:t>
            </a:r>
            <a:r>
              <a:rPr b="0" lang="en-US" sz="1100" spc="-1" strike="noStrike">
                <a:solidFill>
                  <a:srgbClr val="000000"/>
                </a:solidFill>
                <a:latin typeface="Arial"/>
              </a:rPr>
              <a:t> and C</a:t>
            </a:r>
            <a:r>
              <a:rPr b="0" lang="en-US" sz="1100" spc="-1" strike="noStrike" baseline="-25000">
                <a:solidFill>
                  <a:srgbClr val="000000"/>
                </a:solidFill>
                <a:latin typeface="Arial"/>
              </a:rPr>
              <a:t>parallel</a:t>
            </a:r>
            <a:r>
              <a:rPr b="0" lang="en-US" sz="1100" spc="-1" strike="noStrike">
                <a:solidFill>
                  <a:srgbClr val="000000"/>
                </a:solidFill>
                <a:latin typeface="Arial"/>
              </a:rPr>
              <a:t>. </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After determining R</a:t>
            </a:r>
            <a:r>
              <a:rPr b="0" lang="en-US" sz="1100" spc="-1" strike="noStrike" baseline="-25000">
                <a:solidFill>
                  <a:srgbClr val="000000"/>
                </a:solidFill>
                <a:latin typeface="Arial"/>
              </a:rPr>
              <a:t>load</a:t>
            </a:r>
            <a:r>
              <a:rPr b="0" lang="en-US" sz="1100" spc="-1" strike="noStrike">
                <a:solidFill>
                  <a:srgbClr val="000000"/>
                </a:solidFill>
                <a:latin typeface="Arial"/>
              </a:rPr>
              <a:t> and C</a:t>
            </a:r>
            <a:r>
              <a:rPr b="0" lang="en-US" sz="1100" spc="-1" strike="noStrike" baseline="-25000">
                <a:solidFill>
                  <a:srgbClr val="000000"/>
                </a:solidFill>
                <a:latin typeface="Arial"/>
              </a:rPr>
              <a:t>load</a:t>
            </a:r>
            <a:r>
              <a:rPr b="0" lang="en-US" sz="1100" spc="-1" strike="noStrike">
                <a:solidFill>
                  <a:srgbClr val="000000"/>
                </a:solidFill>
                <a:latin typeface="Arial"/>
              </a:rPr>
              <a:t>, you can then include these two parallel components into the model of your circuit under test to determine if there is a simulated/computed difference in signal performance with or without these additional loading components.</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Now, determine the capacitive reactance of C</a:t>
            </a:r>
            <a:r>
              <a:rPr b="0" lang="en-US" sz="1100" spc="-1" strike="noStrike" baseline="-25000">
                <a:solidFill>
                  <a:srgbClr val="000000"/>
                </a:solidFill>
                <a:latin typeface="Arial"/>
              </a:rPr>
              <a:t>load</a:t>
            </a:r>
            <a:r>
              <a:rPr b="0" lang="en-US" sz="1100" spc="-1" strike="noStrike">
                <a:solidFill>
                  <a:srgbClr val="000000"/>
                </a:solidFill>
                <a:latin typeface="Arial"/>
              </a:rPr>
              <a:t> at 500 MHz.</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Do you believe that this amount of capacitance reactance (loading) could affect the behavior of some of signals under test at this frequency?</a:t>
            </a:r>
            <a:endParaRPr b="0" lang="de-DE" sz="1100" spc="-1" strike="noStrike">
              <a:solidFill>
                <a:srgbClr val="000000"/>
              </a:solidFill>
              <a:latin typeface="Arial"/>
            </a:endParaRPr>
          </a:p>
          <a:p>
            <a:pPr marL="216000" indent="0">
              <a:lnSpc>
                <a:spcPct val="100000"/>
              </a:lnSpc>
              <a:buNone/>
            </a:pP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Note that for high frequency applications, using a 10:1 passive probe may NOT be the best solution for accurate measurements due to probe loading. A better solution might be to use an active probe. Active probes typically have much lower input capacitance for high frequency applications. But the trade-off with an active probe is that they cost more than a standard 10:1 passive probe.</a:t>
            </a:r>
            <a:endParaRPr b="0" lang="de-DE" sz="1100" spc="-1" strike="noStrike">
              <a:solidFill>
                <a:srgbClr val="000000"/>
              </a:solidFill>
              <a:latin typeface="Arial"/>
            </a:endParaRPr>
          </a:p>
        </p:txBody>
      </p:sp>
      <p:sp>
        <p:nvSpPr>
          <p:cNvPr id="705" name="PlaceHolder 3"/>
          <p:cNvSpPr>
            <a:spLocks noGrp="1"/>
          </p:cNvSpPr>
          <p:nvPr>
            <p:ph type="sldNum" idx="59"/>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68881ED-92C9-4F47-A2AD-DF18A84899E2}"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406440" y="696960"/>
            <a:ext cx="6197400" cy="3485880"/>
          </a:xfrm>
          <a:prstGeom prst="rect">
            <a:avLst/>
          </a:prstGeom>
          <a:ln w="0">
            <a:noFill/>
          </a:ln>
        </p:spPr>
      </p:sp>
      <p:sp>
        <p:nvSpPr>
          <p:cNvPr id="707"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pPr marL="216000" indent="0">
              <a:lnSpc>
                <a:spcPct val="100000"/>
              </a:lnSpc>
              <a:buNone/>
            </a:pPr>
            <a:r>
              <a:rPr b="1" lang="en-US" sz="1100" spc="-1" strike="noStrike">
                <a:solidFill>
                  <a:srgbClr val="000000"/>
                </a:solidFill>
                <a:latin typeface="Arial"/>
              </a:rPr>
              <a:t>Additional Technical Resources Available from Keysight Technologies</a:t>
            </a:r>
            <a:endParaRPr b="0" lang="de-DE" sz="1100" spc="-1" strike="noStrike">
              <a:solidFill>
                <a:srgbClr val="000000"/>
              </a:solidFill>
              <a:latin typeface="Arial"/>
            </a:endParaRPr>
          </a:p>
          <a:p>
            <a:pPr marL="216000" indent="0">
              <a:lnSpc>
                <a:spcPct val="100000"/>
              </a:lnSpc>
              <a:buNone/>
            </a:pPr>
            <a:r>
              <a:rPr b="0" lang="en-US" sz="1100" spc="-1" strike="noStrike">
                <a:solidFill>
                  <a:srgbClr val="000000"/>
                </a:solidFill>
                <a:latin typeface="Arial"/>
              </a:rPr>
              <a:t>If you are interested in learning more about oscilloscopes and oscilloscope measurements, you can download these documents at no charge using the URL listed in this slide. Simply insert the publication number in place of “xxxx-xxxx”. Alternatively, you can go to Keysight’s website at </a:t>
            </a:r>
            <a:r>
              <a:rPr b="0" lang="en-US" sz="1100" spc="-1" strike="noStrike" u="sng">
                <a:solidFill>
                  <a:srgbClr val="000000"/>
                </a:solidFill>
                <a:uFillTx/>
                <a:latin typeface="Arial"/>
                <a:hlinkClick r:id="rId1"/>
              </a:rPr>
              <a:t>www.Keysight.com</a:t>
            </a:r>
            <a:r>
              <a:rPr b="0" lang="en-US" sz="1100" spc="-1" strike="noStrike">
                <a:solidFill>
                  <a:srgbClr val="000000"/>
                </a:solidFill>
                <a:latin typeface="Arial"/>
              </a:rPr>
              <a:t> and then enter the publication number into Keysight’s “search engine” box. </a:t>
            </a:r>
            <a:endParaRPr b="0" lang="de-DE" sz="1100" spc="-1" strike="noStrike">
              <a:solidFill>
                <a:srgbClr val="000000"/>
              </a:solidFill>
              <a:latin typeface="Arial"/>
            </a:endParaRPr>
          </a:p>
        </p:txBody>
      </p:sp>
      <p:sp>
        <p:nvSpPr>
          <p:cNvPr id="708" name="PlaceHolder 3"/>
          <p:cNvSpPr>
            <a:spLocks noGrp="1"/>
          </p:cNvSpPr>
          <p:nvPr>
            <p:ph type="sldNum" idx="60"/>
          </p:nvPr>
        </p:nvSpPr>
        <p:spPr>
          <a:xfrm>
            <a:off x="3970800" y="8830080"/>
            <a:ext cx="3037320" cy="464400"/>
          </a:xfrm>
          <a:prstGeom prst="rect">
            <a:avLst/>
          </a:prstGeom>
          <a:noFill/>
          <a:ln w="0">
            <a:noFill/>
          </a:ln>
        </p:spPr>
        <p:txBody>
          <a:bodyPr lIns="93240" rIns="93240" tIns="46440" bIns="4644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473F5AE-35C4-4D75-8597-101F8FA30DD8}" type="slidenum">
              <a:rPr b="0" lang="en-US" sz="1200" spc="-1" strike="noStrike">
                <a:solidFill>
                  <a:schemeClr val="dk1"/>
                </a:solidFill>
                <a:latin typeface="+mn-lt"/>
                <a:ea typeface="+mn-ea"/>
              </a:rPr>
              <a:t>&lt;Foliennummer&gt;</a:t>
            </a:fld>
            <a:endParaRPr b="0" lang="de-DE"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6220374-09F9-4E5A-9418-4026F536D0BD}" type="slidenum">
              <a:t>&lt;#&gt;</a:t>
            </a:fld>
          </a:p>
        </p:txBody>
      </p:sp>
      <p:sp>
        <p:nvSpPr>
          <p:cNvPr id="4" name="PlaceHolder 3"/>
          <p:cNvSpPr>
            <a:spLocks noGrp="1"/>
          </p:cNvSpPr>
          <p:nvPr>
            <p:ph type="dt" idx="3"/>
          </p:nvPr>
        </p:nvSpPr>
        <p:spPr/>
        <p:txBody>
          <a:bodyPr/>
          <a:p>
            <a:r>
              <a:rPr lang="de-DE"/>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Photos 1">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225E9A2D-62A5-486B-81EB-65066D6C89EF}" type="slidenum">
              <a:t>&lt;#&gt;</a:t>
            </a:fld>
          </a:p>
        </p:txBody>
      </p:sp>
      <p:sp>
        <p:nvSpPr>
          <p:cNvPr id="4" name="PlaceHolder 3"/>
          <p:cNvSpPr>
            <a:spLocks noGrp="1"/>
          </p:cNvSpPr>
          <p:nvPr>
            <p:ph type="dt" idx="6"/>
          </p:nvPr>
        </p:nvSpPr>
        <p:spPr/>
        <p:txBody>
          <a:bodyPr/>
          <a:p>
            <a:r>
              <a:rPr lang="de-DE"/>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Photos 2">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2AD33F86-67B7-4F05-B1E2-C7D433E3C802}" type="slidenum">
              <a:t>&lt;#&gt;</a:t>
            </a:fld>
          </a:p>
        </p:txBody>
      </p:sp>
      <p:sp>
        <p:nvSpPr>
          <p:cNvPr id="4" name="PlaceHolder 3"/>
          <p:cNvSpPr>
            <a:spLocks noGrp="1"/>
          </p:cNvSpPr>
          <p:nvPr>
            <p:ph type="dt" idx="9"/>
          </p:nvPr>
        </p:nvSpPr>
        <p:spPr/>
        <p:txBody>
          <a:bodyPr/>
          <a:p>
            <a:r>
              <a:rPr lang="de-DE"/>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able of Contents">
    <p:spTree>
      <p:nvGrpSpPr>
        <p:cNvPr id="1" name=""/>
        <p:cNvGrpSpPr/>
        <p:nvPr/>
      </p:nvGrpSpPr>
      <p:grpSpPr>
        <a:xfrm>
          <a:off x="0" y="0"/>
          <a:ext cx="0" cy="0"/>
          <a:chOff x="0" y="0"/>
          <a:chExt cx="0" cy="0"/>
        </a:xfrm>
      </p:grpSpPr>
      <p:sp>
        <p:nvSpPr>
          <p:cNvPr id="189" name="PlaceHolder 1"/>
          <p:cNvSpPr>
            <a:spLocks noGrp="1"/>
          </p:cNvSpPr>
          <p:nvPr>
            <p:ph type="title"/>
          </p:nvPr>
        </p:nvSpPr>
        <p:spPr>
          <a:xfrm>
            <a:off x="1002600" y="152280"/>
            <a:ext cx="9588960" cy="51408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190" name="PlaceHolder 2"/>
          <p:cNvSpPr>
            <a:spLocks noGrp="1"/>
          </p:cNvSpPr>
          <p:nvPr>
            <p:ph/>
          </p:nvPr>
        </p:nvSpPr>
        <p:spPr>
          <a:xfrm>
            <a:off x="1015920" y="685800"/>
            <a:ext cx="9651600" cy="4568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E93ADAD-7899-42B1-8075-10D3084B1149}" type="slidenum">
              <a:t>&lt;#&gt;</a:t>
            </a:fld>
          </a:p>
        </p:txBody>
      </p:sp>
      <p:sp>
        <p:nvSpPr>
          <p:cNvPr id="6" name="PlaceHolder 5"/>
          <p:cNvSpPr>
            <a:spLocks noGrp="1"/>
          </p:cNvSpPr>
          <p:nvPr>
            <p:ph type="dt" idx="12"/>
          </p:nvPr>
        </p:nvSpPr>
        <p:spPr/>
        <p:txBody>
          <a:bodyPr/>
          <a:p>
            <a:r>
              <a:rPr lang="de-DE"/>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BD618164-C525-4E5C-9778-45EE690BC979}" type="slidenum">
              <a:t>&lt;#&gt;</a:t>
            </a:fld>
          </a:p>
        </p:txBody>
      </p:sp>
      <p:sp>
        <p:nvSpPr>
          <p:cNvPr id="4" name="PlaceHolder 3"/>
          <p:cNvSpPr>
            <a:spLocks noGrp="1"/>
          </p:cNvSpPr>
          <p:nvPr>
            <p:ph type="dt" idx="15"/>
          </p:nvPr>
        </p:nvSpPr>
        <p:spPr/>
        <p:txBody>
          <a:bodyPr/>
          <a:p>
            <a:r>
              <a:rPr lang="de-DE"/>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2">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7762A910-CE94-4AE9-9289-395ABBDDF282}" type="slidenum">
              <a:t>&lt;#&gt;</a:t>
            </a:fld>
          </a:p>
        </p:txBody>
      </p:sp>
      <p:sp>
        <p:nvSpPr>
          <p:cNvPr id="4" name="PlaceHolder 3"/>
          <p:cNvSpPr>
            <a:spLocks noGrp="1"/>
          </p:cNvSpPr>
          <p:nvPr>
            <p:ph type="dt" idx="18"/>
          </p:nvPr>
        </p:nvSpPr>
        <p:spPr/>
        <p:txBody>
          <a:bodyPr/>
          <a:p>
            <a:r>
              <a:rPr lang="de-DE"/>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vider Slide">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844D8794-9BD3-414D-BC88-D85D40085451}" type="slidenum">
              <a:t>&lt;#&gt;</a:t>
            </a:fld>
          </a:p>
        </p:txBody>
      </p:sp>
      <p:sp>
        <p:nvSpPr>
          <p:cNvPr id="4" name="PlaceHolder 3"/>
          <p:cNvSpPr>
            <a:spLocks noGrp="1"/>
          </p:cNvSpPr>
          <p:nvPr>
            <p:ph type="dt" idx="21"/>
          </p:nvPr>
        </p:nvSpPr>
        <p:spPr/>
        <p:txBody>
          <a:bodyPr/>
          <a:p>
            <a:r>
              <a:rPr lang="de-DE"/>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B587C2C2-5CBD-49D3-BF77-B338A8D52AB1}" type="slidenum">
              <a:t>&lt;#&gt;</a:t>
            </a:fld>
          </a:p>
        </p:txBody>
      </p:sp>
      <p:sp>
        <p:nvSpPr>
          <p:cNvPr id="4" name="PlaceHolder 3"/>
          <p:cNvSpPr>
            <a:spLocks noGrp="1"/>
          </p:cNvSpPr>
          <p:nvPr>
            <p:ph type="dt" idx="24"/>
          </p:nvPr>
        </p:nvSpPr>
        <p:spPr/>
        <p:txBody>
          <a:bodyPr/>
          <a:p>
            <a:r>
              <a:rPr lang="de-DE"/>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5BE2080F-3605-49F8-AA7C-01427C450CA4}" type="slidenum">
              <a:t>&lt;#&gt;</a:t>
            </a:fld>
          </a:p>
        </p:txBody>
      </p:sp>
      <p:sp>
        <p:nvSpPr>
          <p:cNvPr id="4" name="PlaceHolder 3"/>
          <p:cNvSpPr>
            <a:spLocks noGrp="1"/>
          </p:cNvSpPr>
          <p:nvPr>
            <p:ph type="dt" idx="27"/>
          </p:nvPr>
        </p:nvSpPr>
        <p:spPr/>
        <p:txBody>
          <a:bodyPr/>
          <a:p>
            <a:r>
              <a:rPr lang="de-DE"/>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B7B7191C-C431-471D-A0A1-DDE5AC6A95A9}" type="slidenum">
              <a:t>&lt;#&gt;</a:t>
            </a:fld>
          </a:p>
        </p:txBody>
      </p:sp>
      <p:sp>
        <p:nvSpPr>
          <p:cNvPr id="4" name="PlaceHolder 3"/>
          <p:cNvSpPr>
            <a:spLocks noGrp="1"/>
          </p:cNvSpPr>
          <p:nvPr>
            <p:ph type="dt" idx="30"/>
          </p:nvPr>
        </p:nvSpPr>
        <p:spPr/>
        <p:txBody>
          <a:bodyPr/>
          <a:p>
            <a:r>
              <a:rPr lang="de-DE"/>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8C8A8333-BB4C-48E0-BB36-4F27E6513B12}" type="slidenum">
              <a:t>&lt;#&gt;</a:t>
            </a:fld>
          </a:p>
        </p:txBody>
      </p:sp>
      <p:sp>
        <p:nvSpPr>
          <p:cNvPr id="4" name="PlaceHolder 3"/>
          <p:cNvSpPr>
            <a:spLocks noGrp="1"/>
          </p:cNvSpPr>
          <p:nvPr>
            <p:ph type="dt" idx="33"/>
          </p:nvPr>
        </p:nvSpPr>
        <p:spPr/>
        <p:txBody>
          <a:bodyPr/>
          <a:p>
            <a:r>
              <a:rPr lang="de-DE"/>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8" descr=""/>
          <p:cNvPicPr/>
          <p:nvPr/>
        </p:nvPicPr>
        <p:blipFill>
          <a:blip r:embed="rId2"/>
          <a:stretch/>
        </p:blipFill>
        <p:spPr>
          <a:xfrm>
            <a:off x="599400" y="6343200"/>
            <a:ext cx="1996200" cy="345600"/>
          </a:xfrm>
          <a:prstGeom prst="rect">
            <a:avLst/>
          </a:prstGeom>
          <a:ln w="0">
            <a:noFill/>
          </a:ln>
        </p:spPr>
      </p:pic>
      <p:sp>
        <p:nvSpPr>
          <p:cNvPr id="1"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 name="TextBox 80" hidden="1"/>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grpSp>
        <p:nvGrpSpPr>
          <p:cNvPr id="4" name="Group 135"/>
          <p:cNvGrpSpPr/>
          <p:nvPr/>
        </p:nvGrpSpPr>
        <p:grpSpPr>
          <a:xfrm>
            <a:off x="203040" y="0"/>
            <a:ext cx="11786040" cy="3291840"/>
            <a:chOff x="203040" y="0"/>
            <a:chExt cx="11786040" cy="3291840"/>
          </a:xfrm>
        </p:grpSpPr>
        <p:sp>
          <p:nvSpPr>
            <p:cNvPr id="5" name="Line 8"/>
            <p:cNvSpPr/>
            <p:nvPr/>
          </p:nvSpPr>
          <p:spPr>
            <a:xfrm>
              <a:off x="802440" y="0"/>
              <a:ext cx="0" cy="329184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6" name="Line 49"/>
            <p:cNvSpPr/>
            <p:nvPr/>
          </p:nvSpPr>
          <p:spPr>
            <a:xfrm>
              <a:off x="8992440" y="0"/>
              <a:ext cx="360" cy="4021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7" name="Line 57"/>
            <p:cNvSpPr/>
            <p:nvPr/>
          </p:nvSpPr>
          <p:spPr>
            <a:xfrm>
              <a:off x="10590480" y="0"/>
              <a:ext cx="360" cy="4021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8" name="Line 5"/>
            <p:cNvSpPr/>
            <p:nvPr/>
          </p:nvSpPr>
          <p:spPr>
            <a:xfrm>
              <a:off x="2030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9" name="Line 7"/>
            <p:cNvSpPr/>
            <p:nvPr/>
          </p:nvSpPr>
          <p:spPr>
            <a:xfrm>
              <a:off x="6026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0" name="Line 9"/>
            <p:cNvSpPr/>
            <p:nvPr/>
          </p:nvSpPr>
          <p:spPr>
            <a:xfrm>
              <a:off x="10018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1" name="Line 11"/>
            <p:cNvSpPr/>
            <p:nvPr/>
          </p:nvSpPr>
          <p:spPr>
            <a:xfrm>
              <a:off x="14014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 name="Line 13"/>
            <p:cNvSpPr/>
            <p:nvPr/>
          </p:nvSpPr>
          <p:spPr>
            <a:xfrm>
              <a:off x="18010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 name="Line 15"/>
            <p:cNvSpPr/>
            <p:nvPr/>
          </p:nvSpPr>
          <p:spPr>
            <a:xfrm>
              <a:off x="22006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 name="Line 17"/>
            <p:cNvSpPr/>
            <p:nvPr/>
          </p:nvSpPr>
          <p:spPr>
            <a:xfrm>
              <a:off x="25999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 name="Line 19"/>
            <p:cNvSpPr/>
            <p:nvPr/>
          </p:nvSpPr>
          <p:spPr>
            <a:xfrm>
              <a:off x="29995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 name="Line 21"/>
            <p:cNvSpPr/>
            <p:nvPr/>
          </p:nvSpPr>
          <p:spPr>
            <a:xfrm>
              <a:off x="33991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 name="Line 23"/>
            <p:cNvSpPr/>
            <p:nvPr/>
          </p:nvSpPr>
          <p:spPr>
            <a:xfrm>
              <a:off x="37987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8" name="Line 25"/>
            <p:cNvSpPr/>
            <p:nvPr/>
          </p:nvSpPr>
          <p:spPr>
            <a:xfrm>
              <a:off x="41983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9" name="Line 27"/>
            <p:cNvSpPr/>
            <p:nvPr/>
          </p:nvSpPr>
          <p:spPr>
            <a:xfrm>
              <a:off x="45975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 name="Line 29"/>
            <p:cNvSpPr/>
            <p:nvPr/>
          </p:nvSpPr>
          <p:spPr>
            <a:xfrm>
              <a:off x="49971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 name="Line 31"/>
            <p:cNvSpPr/>
            <p:nvPr/>
          </p:nvSpPr>
          <p:spPr>
            <a:xfrm>
              <a:off x="53967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 name="Line 33"/>
            <p:cNvSpPr/>
            <p:nvPr/>
          </p:nvSpPr>
          <p:spPr>
            <a:xfrm>
              <a:off x="57963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 name="Line 35"/>
            <p:cNvSpPr/>
            <p:nvPr/>
          </p:nvSpPr>
          <p:spPr>
            <a:xfrm>
              <a:off x="61956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 name="Line 37"/>
            <p:cNvSpPr/>
            <p:nvPr/>
          </p:nvSpPr>
          <p:spPr>
            <a:xfrm>
              <a:off x="65952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 name="Line 39"/>
            <p:cNvSpPr/>
            <p:nvPr/>
          </p:nvSpPr>
          <p:spPr>
            <a:xfrm>
              <a:off x="69948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 name="Line 41"/>
            <p:cNvSpPr/>
            <p:nvPr/>
          </p:nvSpPr>
          <p:spPr>
            <a:xfrm>
              <a:off x="73944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7" name="Line 43"/>
            <p:cNvSpPr/>
            <p:nvPr/>
          </p:nvSpPr>
          <p:spPr>
            <a:xfrm>
              <a:off x="77936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 name="Line 45"/>
            <p:cNvSpPr/>
            <p:nvPr/>
          </p:nvSpPr>
          <p:spPr>
            <a:xfrm>
              <a:off x="81932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 name="Line 47"/>
            <p:cNvSpPr/>
            <p:nvPr/>
          </p:nvSpPr>
          <p:spPr>
            <a:xfrm>
              <a:off x="85928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 name="Line 51"/>
            <p:cNvSpPr/>
            <p:nvPr/>
          </p:nvSpPr>
          <p:spPr>
            <a:xfrm>
              <a:off x="93916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 name="Line 52"/>
            <p:cNvSpPr/>
            <p:nvPr/>
          </p:nvSpPr>
          <p:spPr>
            <a:xfrm>
              <a:off x="9591480" y="0"/>
              <a:ext cx="360" cy="12067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 name="Line 53"/>
            <p:cNvSpPr/>
            <p:nvPr/>
          </p:nvSpPr>
          <p:spPr>
            <a:xfrm>
              <a:off x="97912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 name="Line 55"/>
            <p:cNvSpPr/>
            <p:nvPr/>
          </p:nvSpPr>
          <p:spPr>
            <a:xfrm>
              <a:off x="101908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4" name="Line 59"/>
            <p:cNvSpPr/>
            <p:nvPr/>
          </p:nvSpPr>
          <p:spPr>
            <a:xfrm>
              <a:off x="109897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5" name="Line 61"/>
            <p:cNvSpPr/>
            <p:nvPr/>
          </p:nvSpPr>
          <p:spPr>
            <a:xfrm>
              <a:off x="113893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6" name="Line 6"/>
            <p:cNvSpPr/>
            <p:nvPr/>
          </p:nvSpPr>
          <p:spPr>
            <a:xfrm>
              <a:off x="40284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7" name="Line 10"/>
            <p:cNvSpPr/>
            <p:nvPr/>
          </p:nvSpPr>
          <p:spPr>
            <a:xfrm>
              <a:off x="12016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8" name="Line 14"/>
            <p:cNvSpPr/>
            <p:nvPr/>
          </p:nvSpPr>
          <p:spPr>
            <a:xfrm>
              <a:off x="20008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9" name="Line 18"/>
            <p:cNvSpPr/>
            <p:nvPr/>
          </p:nvSpPr>
          <p:spPr>
            <a:xfrm>
              <a:off x="27997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0" name="Line 22"/>
            <p:cNvSpPr/>
            <p:nvPr/>
          </p:nvSpPr>
          <p:spPr>
            <a:xfrm>
              <a:off x="35989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1" name="Line 26"/>
            <p:cNvSpPr/>
            <p:nvPr/>
          </p:nvSpPr>
          <p:spPr>
            <a:xfrm>
              <a:off x="439776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2" name="Line 30"/>
            <p:cNvSpPr/>
            <p:nvPr/>
          </p:nvSpPr>
          <p:spPr>
            <a:xfrm>
              <a:off x="519696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3" name="Line 34"/>
            <p:cNvSpPr/>
            <p:nvPr/>
          </p:nvSpPr>
          <p:spPr>
            <a:xfrm>
              <a:off x="599580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4" name="Line 38"/>
            <p:cNvSpPr/>
            <p:nvPr/>
          </p:nvSpPr>
          <p:spPr>
            <a:xfrm>
              <a:off x="679500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5" name="Line 42"/>
            <p:cNvSpPr/>
            <p:nvPr/>
          </p:nvSpPr>
          <p:spPr>
            <a:xfrm>
              <a:off x="759384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6" name="Line 46"/>
            <p:cNvSpPr/>
            <p:nvPr/>
          </p:nvSpPr>
          <p:spPr>
            <a:xfrm>
              <a:off x="839304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7" name="Line 50"/>
            <p:cNvSpPr/>
            <p:nvPr/>
          </p:nvSpPr>
          <p:spPr>
            <a:xfrm>
              <a:off x="91918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8" name="Line 54"/>
            <p:cNvSpPr/>
            <p:nvPr/>
          </p:nvSpPr>
          <p:spPr>
            <a:xfrm>
              <a:off x="99910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49" name="Line 58"/>
            <p:cNvSpPr/>
            <p:nvPr/>
          </p:nvSpPr>
          <p:spPr>
            <a:xfrm>
              <a:off x="107899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0" name="Line 62"/>
            <p:cNvSpPr/>
            <p:nvPr/>
          </p:nvSpPr>
          <p:spPr>
            <a:xfrm>
              <a:off x="115891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1" name="Line 63"/>
            <p:cNvSpPr/>
            <p:nvPr/>
          </p:nvSpPr>
          <p:spPr>
            <a:xfrm>
              <a:off x="117889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2" name="Line 12"/>
            <p:cNvSpPr/>
            <p:nvPr/>
          </p:nvSpPr>
          <p:spPr>
            <a:xfrm>
              <a:off x="160128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3" name="Line 16"/>
            <p:cNvSpPr/>
            <p:nvPr/>
          </p:nvSpPr>
          <p:spPr>
            <a:xfrm>
              <a:off x="240048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4" name="Line 20"/>
            <p:cNvSpPr/>
            <p:nvPr/>
          </p:nvSpPr>
          <p:spPr>
            <a:xfrm>
              <a:off x="319932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5" name="Line 24"/>
            <p:cNvSpPr/>
            <p:nvPr/>
          </p:nvSpPr>
          <p:spPr>
            <a:xfrm>
              <a:off x="399852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6" name="Line 28"/>
            <p:cNvSpPr/>
            <p:nvPr/>
          </p:nvSpPr>
          <p:spPr>
            <a:xfrm>
              <a:off x="479736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7" name="Line 32"/>
            <p:cNvSpPr/>
            <p:nvPr/>
          </p:nvSpPr>
          <p:spPr>
            <a:xfrm>
              <a:off x="559656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8" name="Line 36"/>
            <p:cNvSpPr/>
            <p:nvPr/>
          </p:nvSpPr>
          <p:spPr>
            <a:xfrm>
              <a:off x="639540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59" name="Line 40"/>
            <p:cNvSpPr/>
            <p:nvPr/>
          </p:nvSpPr>
          <p:spPr>
            <a:xfrm>
              <a:off x="719460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60" name="Line 44"/>
            <p:cNvSpPr/>
            <p:nvPr/>
          </p:nvSpPr>
          <p:spPr>
            <a:xfrm>
              <a:off x="799344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61" name="Line 48"/>
            <p:cNvSpPr/>
            <p:nvPr/>
          </p:nvSpPr>
          <p:spPr>
            <a:xfrm>
              <a:off x="8792640" y="0"/>
              <a:ext cx="360" cy="26697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62" name="Line 56"/>
            <p:cNvSpPr/>
            <p:nvPr/>
          </p:nvSpPr>
          <p:spPr>
            <a:xfrm>
              <a:off x="1039068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63" name="Line 60"/>
            <p:cNvSpPr/>
            <p:nvPr/>
          </p:nvSpPr>
          <p:spPr>
            <a:xfrm>
              <a:off x="11189520" y="900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64" name="Line 64"/>
            <p:cNvSpPr/>
            <p:nvPr/>
          </p:nvSpPr>
          <p:spPr>
            <a:xfrm>
              <a:off x="1198872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grpSp>
      <p:sp>
        <p:nvSpPr>
          <p:cNvPr id="65" name="PlaceHolder 1"/>
          <p:cNvSpPr>
            <a:spLocks noGrp="1"/>
          </p:cNvSpPr>
          <p:nvPr>
            <p:ph type="title"/>
          </p:nvPr>
        </p:nvSpPr>
        <p:spPr>
          <a:xfrm>
            <a:off x="970920" y="1566000"/>
            <a:ext cx="7433280" cy="1469520"/>
          </a:xfrm>
          <a:prstGeom prst="rect">
            <a:avLst/>
          </a:prstGeom>
          <a:noFill/>
          <a:ln w="0">
            <a:noFill/>
          </a:ln>
        </p:spPr>
        <p:txBody>
          <a:bodyPr lIns="0" rIns="0" tIns="0" bIns="0" anchor="b">
            <a:noAutofit/>
          </a:bodyPr>
          <a:p>
            <a:pPr indent="0" defTabSz="914400">
              <a:lnSpc>
                <a:spcPct val="94000"/>
              </a:lnSpc>
              <a:buNone/>
            </a:pPr>
            <a:r>
              <a:rPr b="0" lang="en-US" sz="3200" spc="-1" strike="noStrike">
                <a:solidFill>
                  <a:schemeClr val="dk2"/>
                </a:solidFill>
                <a:latin typeface="Arial Narrow"/>
              </a:rPr>
              <a:t>Type Title Here</a:t>
            </a:r>
            <a:br>
              <a:rPr sz="3200"/>
            </a:br>
            <a:r>
              <a:rPr b="0" lang="en-US" sz="3200" spc="-1" strike="noStrike">
                <a:solidFill>
                  <a:schemeClr val="dk2"/>
                </a:solidFill>
                <a:latin typeface="Arial Narrow"/>
              </a:rPr>
              <a:t>Not to Exceed</a:t>
            </a:r>
            <a:br>
              <a:rPr sz="3200"/>
            </a:br>
            <a:r>
              <a:rPr b="0" lang="en-US" sz="3200" spc="-1" strike="noStrike">
                <a:solidFill>
                  <a:schemeClr val="dk2"/>
                </a:solidFill>
                <a:latin typeface="Arial Narrow"/>
              </a:rPr>
              <a:t>Three Lines</a:t>
            </a:r>
            <a:endParaRPr b="0" lang="en-US" sz="3200" spc="-1" strike="noStrike">
              <a:solidFill>
                <a:schemeClr val="dk1"/>
              </a:solidFill>
              <a:latin typeface="Arial"/>
            </a:endParaRPr>
          </a:p>
        </p:txBody>
      </p:sp>
      <p:sp>
        <p:nvSpPr>
          <p:cNvPr id="66" name="PlaceHolder 2"/>
          <p:cNvSpPr>
            <a:spLocks noGrp="1"/>
          </p:cNvSpPr>
          <p:nvPr>
            <p:ph type="body"/>
          </p:nvPr>
        </p:nvSpPr>
        <p:spPr>
          <a:xfrm>
            <a:off x="1003320" y="3141360"/>
            <a:ext cx="3263400" cy="182520"/>
          </a:xfrm>
          <a:prstGeom prst="rect">
            <a:avLst/>
          </a:prstGeom>
          <a:noFill/>
          <a:ln w="0">
            <a:noFill/>
          </a:ln>
        </p:spPr>
        <p:txBody>
          <a:bodyPr lIns="0" rIns="0" tIns="0" bIns="0" anchor="t">
            <a:noAutofit/>
          </a:bodyPr>
          <a:p>
            <a:pPr indent="0" defTabSz="914400">
              <a:lnSpc>
                <a:spcPct val="100000"/>
              </a:lnSpc>
              <a:buNone/>
              <a:tabLst>
                <a:tab algn="l" pos="0"/>
              </a:tabLst>
            </a:pPr>
            <a:r>
              <a:rPr b="0" lang="en-US" sz="1200" spc="-1" strike="noStrike">
                <a:solidFill>
                  <a:schemeClr val="dk2"/>
                </a:solidFill>
                <a:latin typeface="Arial"/>
              </a:rPr>
              <a:t>Type Date Here</a:t>
            </a:r>
            <a:endParaRPr b="0" lang="en-US" sz="1200" spc="-1" strike="noStrike">
              <a:solidFill>
                <a:schemeClr val="dk1"/>
              </a:solidFill>
              <a:latin typeface="Arial"/>
            </a:endParaRPr>
          </a:p>
        </p:txBody>
      </p:sp>
      <p:pic>
        <p:nvPicPr>
          <p:cNvPr id="67" name="Picture 66" descr=""/>
          <p:cNvPicPr/>
          <p:nvPr/>
        </p:nvPicPr>
        <p:blipFill>
          <a:blip r:embed="rId3"/>
          <a:stretch/>
        </p:blipFill>
        <p:spPr>
          <a:xfrm>
            <a:off x="599400" y="6343200"/>
            <a:ext cx="1996200" cy="345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8" name="Picture 8" descr=""/>
          <p:cNvPicPr/>
          <p:nvPr/>
        </p:nvPicPr>
        <p:blipFill>
          <a:blip r:embed="rId2"/>
          <a:stretch/>
        </p:blipFill>
        <p:spPr>
          <a:xfrm>
            <a:off x="599400" y="6343200"/>
            <a:ext cx="1996200" cy="345600"/>
          </a:xfrm>
          <a:prstGeom prst="rect">
            <a:avLst/>
          </a:prstGeom>
          <a:ln w="0">
            <a:noFill/>
          </a:ln>
        </p:spPr>
      </p:pic>
      <p:sp>
        <p:nvSpPr>
          <p:cNvPr id="69"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70"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71"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72" name="PlaceHolder 1"/>
          <p:cNvSpPr>
            <a:spLocks noGrp="1"/>
          </p:cNvSpPr>
          <p:nvPr>
            <p:ph type="body"/>
          </p:nvPr>
        </p:nvSpPr>
        <p:spPr>
          <a:xfrm>
            <a:off x="4775040" y="1600200"/>
            <a:ext cx="6813360" cy="457164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800" spc="-1" strike="noStrike">
                <a:solidFill>
                  <a:schemeClr val="dk1"/>
                </a:solidFill>
                <a:latin typeface="Arial"/>
              </a:rPr>
              <a:t>Click to add image</a:t>
            </a:r>
            <a:endParaRPr b="0" lang="en-US" sz="1800" spc="-1" strike="noStrike">
              <a:solidFill>
                <a:schemeClr val="dk1"/>
              </a:solidFill>
              <a:latin typeface="Arial"/>
            </a:endParaRPr>
          </a:p>
        </p:txBody>
      </p:sp>
      <p:sp>
        <p:nvSpPr>
          <p:cNvPr id="73" name="PlaceHolder 2"/>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74" name="PlaceHolder 3"/>
          <p:cNvSpPr>
            <a:spLocks noGrp="1"/>
          </p:cNvSpPr>
          <p:nvPr>
            <p:ph type="body"/>
          </p:nvPr>
        </p:nvSpPr>
        <p:spPr>
          <a:xfrm>
            <a:off x="1002600" y="1211760"/>
            <a:ext cx="358596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200" spc="-1" strike="noStrike">
                <a:solidFill>
                  <a:schemeClr val="dk1"/>
                </a:solidFill>
                <a:latin typeface="Arial"/>
              </a:rPr>
              <a:t>Click to Type Subtitle 2</a:t>
            </a:r>
            <a:endParaRPr b="0" lang="en-US" sz="1200" spc="-1" strike="noStrike">
              <a:solidFill>
                <a:schemeClr val="dk1"/>
              </a:solidFill>
              <a:latin typeface="Arial"/>
            </a:endParaRPr>
          </a:p>
        </p:txBody>
      </p:sp>
      <p:sp>
        <p:nvSpPr>
          <p:cNvPr id="75" name="PlaceHolder 4"/>
          <p:cNvSpPr>
            <a:spLocks noGrp="1"/>
          </p:cNvSpPr>
          <p:nvPr>
            <p:ph type="body"/>
          </p:nvPr>
        </p:nvSpPr>
        <p:spPr>
          <a:xfrm>
            <a:off x="1002600" y="1912320"/>
            <a:ext cx="3585960" cy="4260600"/>
          </a:xfrm>
          <a:prstGeom prst="rect">
            <a:avLst/>
          </a:prstGeom>
          <a:noFill/>
          <a:ln w="0">
            <a:noFill/>
          </a:ln>
        </p:spPr>
        <p:txBody>
          <a:bodyPr lIns="0" rIns="0" tIns="0" bIns="0" anchor="t">
            <a:noAutofit/>
          </a:bodyPr>
          <a:p>
            <a:pPr marL="130320" indent="-130320" defTabSz="914400">
              <a:lnSpc>
                <a:spcPct val="100000"/>
              </a:lnSpc>
              <a:spcBef>
                <a:spcPts val="799"/>
              </a:spcBef>
              <a:buClr>
                <a:srgbClr val="000000"/>
              </a:buClr>
              <a:buFont typeface="Arial"/>
              <a:buChar char="–"/>
            </a:pPr>
            <a:r>
              <a:rPr b="0" lang="en-US" sz="1200" spc="-1" strike="noStrike">
                <a:solidFill>
                  <a:schemeClr val="dk1"/>
                </a:solidFill>
                <a:latin typeface="Arial"/>
              </a:rPr>
              <a:t>Click to edit Master text styles</a:t>
            </a:r>
            <a:endParaRPr b="0" lang="en-US" sz="1200" spc="-1" strike="noStrike">
              <a:solidFill>
                <a:schemeClr val="dk1"/>
              </a:solidFill>
              <a:latin typeface="Arial"/>
            </a:endParaRPr>
          </a:p>
          <a:p>
            <a:pPr lvl="1" marL="347760" indent="-114480" defTabSz="914400">
              <a:lnSpc>
                <a:spcPct val="100000"/>
              </a:lnSpc>
              <a:spcBef>
                <a:spcPts val="300"/>
              </a:spcBef>
              <a:buClr>
                <a:srgbClr val="000000"/>
              </a:buClr>
              <a:buFont typeface="Arial"/>
              <a:buChar char="•"/>
            </a:pPr>
            <a:r>
              <a:rPr b="0" lang="en-US" sz="1200" spc="-1" strike="noStrike">
                <a:solidFill>
                  <a:schemeClr val="dk1"/>
                </a:solidFill>
                <a:latin typeface="Arial"/>
              </a:rPr>
              <a:t>Second level</a:t>
            </a:r>
            <a:endParaRPr b="0" lang="en-US" sz="1200" spc="-1" strike="noStrike">
              <a:solidFill>
                <a:srgbClr val="9c9c9c"/>
              </a:solidFill>
              <a:latin typeface="Arial"/>
            </a:endParaRPr>
          </a:p>
          <a:p>
            <a:pPr lvl="2" marL="576360" indent="-114480" defTabSz="893880">
              <a:lnSpc>
                <a:spcPct val="100000"/>
              </a:lnSpc>
              <a:spcBef>
                <a:spcPts val="201"/>
              </a:spcBef>
              <a:buClr>
                <a:srgbClr val="9c9c9c"/>
              </a:buClr>
              <a:buFont typeface="Arial"/>
              <a:buChar char="-"/>
            </a:pPr>
            <a:r>
              <a:rPr b="0" lang="en-US" sz="1200" spc="-1" strike="noStrike">
                <a:solidFill>
                  <a:srgbClr val="9c9c9c"/>
                </a:solidFill>
                <a:latin typeface="Arial"/>
              </a:rPr>
              <a:t>Third level</a:t>
            </a:r>
            <a:endParaRPr b="0" lang="en-US" sz="1200" spc="-1" strike="noStrike">
              <a:solidFill>
                <a:schemeClr val="dk1"/>
              </a:solidFill>
              <a:latin typeface="Arial"/>
            </a:endParaRPr>
          </a:p>
          <a:p>
            <a:pPr lvl="3" marL="804960" indent="-114480" defTabSz="914400">
              <a:lnSpc>
                <a:spcPct val="100000"/>
              </a:lnSpc>
              <a:spcBef>
                <a:spcPts val="201"/>
              </a:spcBef>
              <a:buClr>
                <a:srgbClr val="000000"/>
              </a:buClr>
              <a:buFont typeface="Arial"/>
              <a:buChar char="•"/>
            </a:pPr>
            <a:r>
              <a:rPr b="0" lang="en-US" sz="1000" spc="-1" strike="noStrike">
                <a:solidFill>
                  <a:schemeClr val="dk1"/>
                </a:solidFill>
                <a:latin typeface="Arial"/>
              </a:rPr>
              <a:t>Fourth level</a:t>
            </a:r>
            <a:endParaRPr b="0" lang="en-US" sz="1000" spc="-1" strike="noStrike">
              <a:solidFill>
                <a:srgbClr val="9c9c9c"/>
              </a:solidFill>
              <a:latin typeface="Arial"/>
            </a:endParaRPr>
          </a:p>
          <a:p>
            <a:pPr lvl="4" marL="971640" indent="-114480" defTabSz="914400">
              <a:lnSpc>
                <a:spcPct val="100000"/>
              </a:lnSpc>
              <a:spcBef>
                <a:spcPts val="201"/>
              </a:spcBef>
              <a:buClr>
                <a:srgbClr val="9c9c9c"/>
              </a:buClr>
              <a:buFont typeface="Arial"/>
              <a:buChar char="-"/>
            </a:pPr>
            <a:r>
              <a:rPr b="0" lang="en-US" sz="1000" spc="-1" strike="noStrike">
                <a:solidFill>
                  <a:srgbClr val="9c9c9c"/>
                </a:solidFill>
                <a:latin typeface="Arial"/>
              </a:rPr>
              <a:t>Fifth level</a:t>
            </a:r>
            <a:endParaRPr b="0" lang="en-US" sz="1000" spc="-1" strike="noStrike">
              <a:solidFill>
                <a:srgbClr val="9c9c9c"/>
              </a:solidFill>
              <a:latin typeface="Arial"/>
            </a:endParaRPr>
          </a:p>
        </p:txBody>
      </p:sp>
      <p:sp>
        <p:nvSpPr>
          <p:cNvPr id="76" name="PlaceHolder 5"/>
          <p:cNvSpPr>
            <a:spLocks noGrp="1"/>
          </p:cNvSpPr>
          <p:nvPr>
            <p:ph type="ftr" idx="1"/>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77" name="PlaceHolder 6"/>
          <p:cNvSpPr>
            <a:spLocks noGrp="1"/>
          </p:cNvSpPr>
          <p:nvPr>
            <p:ph type="sldNum" idx="2"/>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FFF70EEA-C4F9-4F78-8935-7FE78D3E41F9}"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78" name="PlaceHolder 7"/>
          <p:cNvSpPr>
            <a:spLocks noGrp="1"/>
          </p:cNvSpPr>
          <p:nvPr>
            <p:ph type="dt" idx="3"/>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Picture 8" descr=""/>
          <p:cNvPicPr/>
          <p:nvPr/>
        </p:nvPicPr>
        <p:blipFill>
          <a:blip r:embed="rId2"/>
          <a:stretch/>
        </p:blipFill>
        <p:spPr>
          <a:xfrm>
            <a:off x="599400" y="6343200"/>
            <a:ext cx="1996200" cy="345600"/>
          </a:xfrm>
          <a:prstGeom prst="rect">
            <a:avLst/>
          </a:prstGeom>
          <a:ln w="0">
            <a:noFill/>
          </a:ln>
        </p:spPr>
      </p:pic>
      <p:sp>
        <p:nvSpPr>
          <p:cNvPr id="80"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81"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82"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83"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84" name="PlaceHolder 2"/>
          <p:cNvSpPr>
            <a:spLocks noGrp="1"/>
          </p:cNvSpPr>
          <p:nvPr>
            <p:ph type="body"/>
          </p:nvPr>
        </p:nvSpPr>
        <p:spPr>
          <a:xfrm>
            <a:off x="1003320" y="1211760"/>
            <a:ext cx="499464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800" spc="-1" strike="noStrike">
                <a:solidFill>
                  <a:schemeClr val="dk1"/>
                </a:solidFill>
                <a:latin typeface="Arial"/>
              </a:rPr>
              <a:t>Click to Type Subtitle 1</a:t>
            </a:r>
            <a:endParaRPr b="0" lang="en-US" sz="1800" spc="-1" strike="noStrike">
              <a:solidFill>
                <a:schemeClr val="dk1"/>
              </a:solidFill>
              <a:latin typeface="Arial"/>
            </a:endParaRPr>
          </a:p>
        </p:txBody>
      </p:sp>
      <p:sp>
        <p:nvSpPr>
          <p:cNvPr id="85" name="PlaceHolder 3"/>
          <p:cNvSpPr>
            <a:spLocks noGrp="1"/>
          </p:cNvSpPr>
          <p:nvPr>
            <p:ph type="body"/>
          </p:nvPr>
        </p:nvSpPr>
        <p:spPr>
          <a:xfrm>
            <a:off x="1003320" y="1874160"/>
            <a:ext cx="4994640" cy="3735720"/>
          </a:xfrm>
          <a:prstGeom prst="rect">
            <a:avLst/>
          </a:prstGeom>
          <a:noFill/>
          <a:ln w="0">
            <a:noFill/>
          </a:ln>
        </p:spPr>
        <p:txBody>
          <a:bodyPr lIns="0" rIns="0" tIns="0" bIns="0" anchor="t">
            <a:noAutofit/>
          </a:bodyPr>
          <a:p>
            <a:pPr indent="0" defTabSz="914400">
              <a:lnSpc>
                <a:spcPct val="130000"/>
              </a:lnSpc>
              <a:spcBef>
                <a:spcPts val="1800"/>
              </a:spcBef>
              <a:buNone/>
              <a:tabLst>
                <a:tab algn="l" pos="0"/>
              </a:tabLst>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457200" indent="-160200" defTabSz="914400">
              <a:lnSpc>
                <a:spcPct val="100000"/>
              </a:lnSpc>
              <a:spcBef>
                <a:spcPts val="1001"/>
              </a:spcBef>
              <a:buClr>
                <a:srgbClr val="000000"/>
              </a:buClr>
              <a:buFont typeface="Arial"/>
              <a:buChar char="•"/>
              <a:tabLst>
                <a:tab algn="l" pos="0"/>
              </a:tabLst>
            </a:pPr>
            <a:r>
              <a:rPr b="0" lang="en-US" sz="1800" spc="-1" strike="noStrike">
                <a:solidFill>
                  <a:schemeClr val="dk1"/>
                </a:solidFill>
                <a:latin typeface="Arial"/>
              </a:rPr>
              <a:t>Second level</a:t>
            </a:r>
            <a:endParaRPr b="0" lang="en-US" sz="1800" spc="-1" strike="noStrike">
              <a:solidFill>
                <a:srgbClr val="9c9c9c"/>
              </a:solidFill>
              <a:latin typeface="Arial"/>
            </a:endParaRPr>
          </a:p>
        </p:txBody>
      </p:sp>
      <p:sp>
        <p:nvSpPr>
          <p:cNvPr id="86" name="PlaceHolder 4"/>
          <p:cNvSpPr>
            <a:spLocks noGrp="1"/>
          </p:cNvSpPr>
          <p:nvPr>
            <p:ph type="body"/>
          </p:nvPr>
        </p:nvSpPr>
        <p:spPr>
          <a:xfrm>
            <a:off x="8798400" y="1539720"/>
            <a:ext cx="2783520" cy="23508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300" spc="-1" strike="noStrike">
                <a:solidFill>
                  <a:schemeClr val="dk1"/>
                </a:solidFill>
                <a:latin typeface="Arial"/>
              </a:rPr>
              <a:t>Click to Type Caption 1</a:t>
            </a:r>
            <a:endParaRPr b="0" lang="en-US" sz="1300" spc="-1" strike="noStrike">
              <a:solidFill>
                <a:schemeClr val="dk1"/>
              </a:solidFill>
              <a:latin typeface="Arial"/>
            </a:endParaRPr>
          </a:p>
        </p:txBody>
      </p:sp>
      <p:sp>
        <p:nvSpPr>
          <p:cNvPr id="87" name="PlaceHolder 5"/>
          <p:cNvSpPr>
            <a:spLocks noGrp="1"/>
          </p:cNvSpPr>
          <p:nvPr>
            <p:ph type="body"/>
          </p:nvPr>
        </p:nvSpPr>
        <p:spPr>
          <a:xfrm>
            <a:off x="8798400" y="1834560"/>
            <a:ext cx="2783520" cy="967680"/>
          </a:xfrm>
          <a:prstGeom prst="rect">
            <a:avLst/>
          </a:prstGeom>
          <a:noFill/>
          <a:ln w="0">
            <a:noFill/>
          </a:ln>
        </p:spPr>
        <p:txBody>
          <a:bodyPr lIns="0" rIns="0" tIns="0" bIns="0" anchor="t">
            <a:noAutofit/>
          </a:bodyPr>
          <a:p>
            <a:pPr marL="130320" indent="-130320" defTabSz="914400">
              <a:lnSpc>
                <a:spcPct val="100000"/>
              </a:lnSpc>
              <a:spcBef>
                <a:spcPts val="799"/>
              </a:spcBef>
              <a:buClr>
                <a:srgbClr val="000000"/>
              </a:buClr>
              <a:buFont typeface="Arial"/>
              <a:buChar char="–"/>
            </a:pPr>
            <a:r>
              <a:rPr b="0" lang="en-US" sz="1300" spc="-1" strike="noStrike">
                <a:solidFill>
                  <a:schemeClr val="dk1"/>
                </a:solidFill>
                <a:latin typeface="Arial"/>
              </a:rPr>
              <a:t>Click to edit Master text styles</a:t>
            </a:r>
            <a:endParaRPr b="0" lang="en-US" sz="1300" spc="-1" strike="noStrike">
              <a:solidFill>
                <a:schemeClr val="dk1"/>
              </a:solidFill>
              <a:latin typeface="Arial"/>
            </a:endParaRPr>
          </a:p>
          <a:p>
            <a:pPr lvl="1" marL="347760" indent="-114480" defTabSz="914400">
              <a:lnSpc>
                <a:spcPct val="100000"/>
              </a:lnSpc>
              <a:spcBef>
                <a:spcPts val="300"/>
              </a:spcBef>
              <a:buClr>
                <a:srgbClr val="000000"/>
              </a:buClr>
              <a:buFont typeface="Arial"/>
              <a:buChar char="•"/>
            </a:pPr>
            <a:r>
              <a:rPr b="0" lang="en-US" sz="1300" spc="-1" strike="noStrike">
                <a:solidFill>
                  <a:schemeClr val="dk1"/>
                </a:solidFill>
                <a:latin typeface="Arial"/>
              </a:rPr>
              <a:t>Second level</a:t>
            </a:r>
            <a:endParaRPr b="0" lang="en-US" sz="1300" spc="-1" strike="noStrike">
              <a:solidFill>
                <a:srgbClr val="9c9c9c"/>
              </a:solidFill>
              <a:latin typeface="Arial"/>
            </a:endParaRPr>
          </a:p>
        </p:txBody>
      </p:sp>
      <p:sp>
        <p:nvSpPr>
          <p:cNvPr id="88" name="PlaceHolder 6"/>
          <p:cNvSpPr>
            <a:spLocks noGrp="1"/>
          </p:cNvSpPr>
          <p:nvPr>
            <p:ph type="ftr" idx="4"/>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89" name="PlaceHolder 7"/>
          <p:cNvSpPr>
            <a:spLocks noGrp="1"/>
          </p:cNvSpPr>
          <p:nvPr>
            <p:ph type="body"/>
          </p:nvPr>
        </p:nvSpPr>
        <p:spPr>
          <a:xfrm>
            <a:off x="8798400" y="3025080"/>
            <a:ext cx="2783520" cy="23508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300" spc="-1" strike="noStrike">
                <a:solidFill>
                  <a:schemeClr val="dk1"/>
                </a:solidFill>
                <a:latin typeface="Arial"/>
              </a:rPr>
              <a:t>Click to Type Caption 2</a:t>
            </a:r>
            <a:endParaRPr b="0" lang="en-US" sz="1300" spc="-1" strike="noStrike">
              <a:solidFill>
                <a:schemeClr val="dk1"/>
              </a:solidFill>
              <a:latin typeface="Arial"/>
            </a:endParaRPr>
          </a:p>
        </p:txBody>
      </p:sp>
      <p:sp>
        <p:nvSpPr>
          <p:cNvPr id="90" name="PlaceHolder 8"/>
          <p:cNvSpPr>
            <a:spLocks noGrp="1"/>
          </p:cNvSpPr>
          <p:nvPr>
            <p:ph type="body"/>
          </p:nvPr>
        </p:nvSpPr>
        <p:spPr>
          <a:xfrm>
            <a:off x="8798400" y="3319920"/>
            <a:ext cx="2783520" cy="967680"/>
          </a:xfrm>
          <a:prstGeom prst="rect">
            <a:avLst/>
          </a:prstGeom>
          <a:noFill/>
          <a:ln w="0">
            <a:noFill/>
          </a:ln>
        </p:spPr>
        <p:txBody>
          <a:bodyPr lIns="0" rIns="0" tIns="0" bIns="0" anchor="t">
            <a:noAutofit/>
          </a:bodyPr>
          <a:p>
            <a:pPr marL="130320" indent="-130320" defTabSz="914400">
              <a:lnSpc>
                <a:spcPct val="100000"/>
              </a:lnSpc>
              <a:spcBef>
                <a:spcPts val="799"/>
              </a:spcBef>
              <a:buClr>
                <a:srgbClr val="000000"/>
              </a:buClr>
              <a:buFont typeface="Arial"/>
              <a:buChar char="–"/>
            </a:pPr>
            <a:r>
              <a:rPr b="0" lang="en-US" sz="1300" spc="-1" strike="noStrike">
                <a:solidFill>
                  <a:schemeClr val="dk1"/>
                </a:solidFill>
                <a:latin typeface="Arial"/>
              </a:rPr>
              <a:t>Click to edit Master text styles</a:t>
            </a:r>
            <a:endParaRPr b="0" lang="en-US" sz="1300" spc="-1" strike="noStrike">
              <a:solidFill>
                <a:schemeClr val="dk1"/>
              </a:solidFill>
              <a:latin typeface="Arial"/>
            </a:endParaRPr>
          </a:p>
          <a:p>
            <a:pPr lvl="1" marL="347760" indent="-114480" defTabSz="914400">
              <a:lnSpc>
                <a:spcPct val="100000"/>
              </a:lnSpc>
              <a:spcBef>
                <a:spcPts val="300"/>
              </a:spcBef>
              <a:buClr>
                <a:srgbClr val="000000"/>
              </a:buClr>
              <a:buFont typeface="Arial"/>
              <a:buChar char="•"/>
            </a:pPr>
            <a:r>
              <a:rPr b="0" lang="en-US" sz="1300" spc="-1" strike="noStrike">
                <a:solidFill>
                  <a:schemeClr val="dk1"/>
                </a:solidFill>
                <a:latin typeface="Arial"/>
              </a:rPr>
              <a:t>Second level</a:t>
            </a:r>
            <a:endParaRPr b="0" lang="en-US" sz="1300" spc="-1" strike="noStrike">
              <a:solidFill>
                <a:srgbClr val="9c9c9c"/>
              </a:solidFill>
              <a:latin typeface="Arial"/>
            </a:endParaRPr>
          </a:p>
        </p:txBody>
      </p:sp>
      <p:sp>
        <p:nvSpPr>
          <p:cNvPr id="91" name="PlaceHolder 9"/>
          <p:cNvSpPr>
            <a:spLocks noGrp="1"/>
          </p:cNvSpPr>
          <p:nvPr>
            <p:ph type="body"/>
          </p:nvPr>
        </p:nvSpPr>
        <p:spPr>
          <a:xfrm>
            <a:off x="8798400" y="4457880"/>
            <a:ext cx="2783520" cy="23508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300" spc="-1" strike="noStrike">
                <a:solidFill>
                  <a:schemeClr val="dk1"/>
                </a:solidFill>
                <a:latin typeface="Arial"/>
              </a:rPr>
              <a:t>Click to Type Caption 3</a:t>
            </a:r>
            <a:endParaRPr b="0" lang="en-US" sz="1300" spc="-1" strike="noStrike">
              <a:solidFill>
                <a:schemeClr val="dk1"/>
              </a:solidFill>
              <a:latin typeface="Arial"/>
            </a:endParaRPr>
          </a:p>
        </p:txBody>
      </p:sp>
      <p:sp>
        <p:nvSpPr>
          <p:cNvPr id="92" name="PlaceHolder 10"/>
          <p:cNvSpPr>
            <a:spLocks noGrp="1"/>
          </p:cNvSpPr>
          <p:nvPr>
            <p:ph type="body"/>
          </p:nvPr>
        </p:nvSpPr>
        <p:spPr>
          <a:xfrm>
            <a:off x="8798400" y="4752360"/>
            <a:ext cx="2783520" cy="967680"/>
          </a:xfrm>
          <a:prstGeom prst="rect">
            <a:avLst/>
          </a:prstGeom>
          <a:noFill/>
          <a:ln w="0">
            <a:noFill/>
          </a:ln>
        </p:spPr>
        <p:txBody>
          <a:bodyPr lIns="0" rIns="0" tIns="0" bIns="0" anchor="t">
            <a:noAutofit/>
          </a:bodyPr>
          <a:p>
            <a:pPr marL="130320" indent="-130320" defTabSz="914400">
              <a:lnSpc>
                <a:spcPct val="100000"/>
              </a:lnSpc>
              <a:spcBef>
                <a:spcPts val="799"/>
              </a:spcBef>
              <a:buClr>
                <a:srgbClr val="000000"/>
              </a:buClr>
              <a:buFont typeface="Arial"/>
              <a:buChar char="–"/>
            </a:pPr>
            <a:r>
              <a:rPr b="0" lang="en-US" sz="1300" spc="-1" strike="noStrike">
                <a:solidFill>
                  <a:schemeClr val="dk1"/>
                </a:solidFill>
                <a:latin typeface="Arial"/>
              </a:rPr>
              <a:t>Click to edit Master text styles</a:t>
            </a:r>
            <a:endParaRPr b="0" lang="en-US" sz="1300" spc="-1" strike="noStrike">
              <a:solidFill>
                <a:schemeClr val="dk1"/>
              </a:solidFill>
              <a:latin typeface="Arial"/>
            </a:endParaRPr>
          </a:p>
          <a:p>
            <a:pPr lvl="1" marL="347760" indent="-114480" defTabSz="914400">
              <a:lnSpc>
                <a:spcPct val="100000"/>
              </a:lnSpc>
              <a:spcBef>
                <a:spcPts val="300"/>
              </a:spcBef>
              <a:buClr>
                <a:srgbClr val="000000"/>
              </a:buClr>
              <a:buFont typeface="Arial"/>
              <a:buChar char="•"/>
            </a:pPr>
            <a:r>
              <a:rPr b="0" lang="en-US" sz="1300" spc="-1" strike="noStrike">
                <a:solidFill>
                  <a:schemeClr val="dk1"/>
                </a:solidFill>
                <a:latin typeface="Arial"/>
              </a:rPr>
              <a:t>Second level</a:t>
            </a:r>
            <a:endParaRPr b="0" lang="en-US" sz="1300" spc="-1" strike="noStrike">
              <a:solidFill>
                <a:srgbClr val="9c9c9c"/>
              </a:solidFill>
              <a:latin typeface="Arial"/>
            </a:endParaRPr>
          </a:p>
        </p:txBody>
      </p:sp>
      <p:sp>
        <p:nvSpPr>
          <p:cNvPr id="93" name="PlaceHolder 11"/>
          <p:cNvSpPr>
            <a:spLocks noGrp="1"/>
          </p:cNvSpPr>
          <p:nvPr>
            <p:ph type="body"/>
          </p:nvPr>
        </p:nvSpPr>
        <p:spPr>
          <a:xfrm>
            <a:off x="6299280" y="1616040"/>
            <a:ext cx="2133360" cy="120312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300" spc="-1" strike="noStrike">
                <a:solidFill>
                  <a:schemeClr val="dk1"/>
                </a:solidFill>
                <a:latin typeface="Arial"/>
              </a:rPr>
              <a:t>Click to add image</a:t>
            </a:r>
            <a:endParaRPr b="0" lang="en-US" sz="1300" spc="-1" strike="noStrike">
              <a:solidFill>
                <a:schemeClr val="dk1"/>
              </a:solidFill>
              <a:latin typeface="Arial"/>
            </a:endParaRPr>
          </a:p>
        </p:txBody>
      </p:sp>
      <p:sp>
        <p:nvSpPr>
          <p:cNvPr id="94" name="PlaceHolder 12"/>
          <p:cNvSpPr>
            <a:spLocks noGrp="1"/>
          </p:cNvSpPr>
          <p:nvPr>
            <p:ph type="body"/>
          </p:nvPr>
        </p:nvSpPr>
        <p:spPr>
          <a:xfrm>
            <a:off x="6299280" y="3071520"/>
            <a:ext cx="2133360" cy="120312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300" spc="-1" strike="noStrike">
                <a:solidFill>
                  <a:schemeClr val="dk1"/>
                </a:solidFill>
                <a:latin typeface="Arial"/>
              </a:rPr>
              <a:t>Click to add image</a:t>
            </a:r>
            <a:endParaRPr b="0" lang="en-US" sz="1300" spc="-1" strike="noStrike">
              <a:solidFill>
                <a:schemeClr val="dk1"/>
              </a:solidFill>
              <a:latin typeface="Arial"/>
            </a:endParaRPr>
          </a:p>
        </p:txBody>
      </p:sp>
      <p:sp>
        <p:nvSpPr>
          <p:cNvPr id="95" name="PlaceHolder 13"/>
          <p:cNvSpPr>
            <a:spLocks noGrp="1"/>
          </p:cNvSpPr>
          <p:nvPr>
            <p:ph type="body"/>
          </p:nvPr>
        </p:nvSpPr>
        <p:spPr>
          <a:xfrm>
            <a:off x="6299280" y="4542120"/>
            <a:ext cx="2133360" cy="120312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300" spc="-1" strike="noStrike">
                <a:solidFill>
                  <a:schemeClr val="dk1"/>
                </a:solidFill>
                <a:latin typeface="Arial"/>
              </a:rPr>
              <a:t>Click to add image</a:t>
            </a:r>
            <a:endParaRPr b="0" lang="en-US" sz="1300" spc="-1" strike="noStrike">
              <a:solidFill>
                <a:schemeClr val="dk1"/>
              </a:solidFill>
              <a:latin typeface="Arial"/>
            </a:endParaRPr>
          </a:p>
        </p:txBody>
      </p:sp>
      <p:sp>
        <p:nvSpPr>
          <p:cNvPr id="96" name="PlaceHolder 14"/>
          <p:cNvSpPr>
            <a:spLocks noGrp="1"/>
          </p:cNvSpPr>
          <p:nvPr>
            <p:ph type="sldNum" idx="5"/>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5391B0A2-C2C8-4C74-839B-6579DCAAE306}"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97" name="PlaceHolder 15"/>
          <p:cNvSpPr>
            <a:spLocks noGrp="1"/>
          </p:cNvSpPr>
          <p:nvPr>
            <p:ph type="dt" idx="6"/>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8" name="Picture 8" descr=""/>
          <p:cNvPicPr/>
          <p:nvPr/>
        </p:nvPicPr>
        <p:blipFill>
          <a:blip r:embed="rId2"/>
          <a:stretch/>
        </p:blipFill>
        <p:spPr>
          <a:xfrm>
            <a:off x="599400" y="6343200"/>
            <a:ext cx="1996200" cy="345600"/>
          </a:xfrm>
          <a:prstGeom prst="rect">
            <a:avLst/>
          </a:prstGeom>
          <a:ln w="0">
            <a:noFill/>
          </a:ln>
        </p:spPr>
      </p:pic>
      <p:sp>
        <p:nvSpPr>
          <p:cNvPr id="99"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00"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01"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102" name="PlaceHolder 1"/>
          <p:cNvSpPr>
            <a:spLocks noGrp="1"/>
          </p:cNvSpPr>
          <p:nvPr>
            <p:ph type="body"/>
          </p:nvPr>
        </p:nvSpPr>
        <p:spPr>
          <a:xfrm>
            <a:off x="1003320" y="4449960"/>
            <a:ext cx="3047760" cy="23508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300" spc="-1" strike="noStrike">
                <a:solidFill>
                  <a:schemeClr val="dk1"/>
                </a:solidFill>
                <a:latin typeface="Arial"/>
              </a:rPr>
              <a:t>Click to Type Caption 1</a:t>
            </a:r>
            <a:endParaRPr b="0" lang="en-US" sz="1300" spc="-1" strike="noStrike">
              <a:solidFill>
                <a:schemeClr val="dk1"/>
              </a:solidFill>
              <a:latin typeface="Arial"/>
            </a:endParaRPr>
          </a:p>
        </p:txBody>
      </p:sp>
      <p:sp>
        <p:nvSpPr>
          <p:cNvPr id="103" name="PlaceHolder 2"/>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104" name="PlaceHolder 3"/>
          <p:cNvSpPr>
            <a:spLocks noGrp="1"/>
          </p:cNvSpPr>
          <p:nvPr>
            <p:ph type="body"/>
          </p:nvPr>
        </p:nvSpPr>
        <p:spPr>
          <a:xfrm>
            <a:off x="1003320" y="1211760"/>
            <a:ext cx="834372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800" spc="-1" strike="noStrike">
                <a:solidFill>
                  <a:schemeClr val="dk1"/>
                </a:solidFill>
                <a:latin typeface="Arial"/>
              </a:rPr>
              <a:t>Click to Type Subtitle 1</a:t>
            </a:r>
            <a:endParaRPr b="0" lang="en-US" sz="1800" spc="-1" strike="noStrike">
              <a:solidFill>
                <a:schemeClr val="dk1"/>
              </a:solidFill>
              <a:latin typeface="Arial"/>
            </a:endParaRPr>
          </a:p>
        </p:txBody>
      </p:sp>
      <p:sp>
        <p:nvSpPr>
          <p:cNvPr id="105" name="PlaceHolder 4"/>
          <p:cNvSpPr>
            <a:spLocks noGrp="1"/>
          </p:cNvSpPr>
          <p:nvPr>
            <p:ph type="body"/>
          </p:nvPr>
        </p:nvSpPr>
        <p:spPr>
          <a:xfrm>
            <a:off x="1003320" y="1874160"/>
            <a:ext cx="8343720" cy="830520"/>
          </a:xfrm>
          <a:prstGeom prst="rect">
            <a:avLst/>
          </a:prstGeom>
          <a:noFill/>
          <a:ln w="0">
            <a:noFill/>
          </a:ln>
        </p:spPr>
        <p:txBody>
          <a:bodyPr lIns="0" rIns="0" tIns="0" bIns="0" anchor="t">
            <a:noAutofit/>
          </a:bodyPr>
          <a:p>
            <a:pPr indent="0" defTabSz="914400">
              <a:lnSpc>
                <a:spcPct val="130000"/>
              </a:lnSpc>
              <a:spcBef>
                <a:spcPts val="799"/>
              </a:spcBef>
              <a:buNone/>
              <a:tabLst>
                <a:tab algn="l" pos="0"/>
              </a:tabLst>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p:txBody>
      </p:sp>
      <p:sp>
        <p:nvSpPr>
          <p:cNvPr id="106" name="PlaceHolder 5"/>
          <p:cNvSpPr>
            <a:spLocks noGrp="1"/>
          </p:cNvSpPr>
          <p:nvPr>
            <p:ph type="ftr" idx="7"/>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107" name="PlaceHolder 6"/>
          <p:cNvSpPr>
            <a:spLocks noGrp="1"/>
          </p:cNvSpPr>
          <p:nvPr>
            <p:ph type="body"/>
          </p:nvPr>
        </p:nvSpPr>
        <p:spPr>
          <a:xfrm>
            <a:off x="1003320" y="2819520"/>
            <a:ext cx="3047760" cy="141696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300" spc="-1" strike="noStrike">
                <a:solidFill>
                  <a:schemeClr val="dk1"/>
                </a:solidFill>
                <a:latin typeface="Arial"/>
              </a:rPr>
              <a:t>Click to add image</a:t>
            </a:r>
            <a:endParaRPr b="0" lang="en-US" sz="1300" spc="-1" strike="noStrike">
              <a:solidFill>
                <a:schemeClr val="dk1"/>
              </a:solidFill>
              <a:latin typeface="Arial"/>
            </a:endParaRPr>
          </a:p>
        </p:txBody>
      </p:sp>
      <p:sp>
        <p:nvSpPr>
          <p:cNvPr id="108" name="PlaceHolder 7"/>
          <p:cNvSpPr>
            <a:spLocks noGrp="1"/>
          </p:cNvSpPr>
          <p:nvPr>
            <p:ph type="body"/>
          </p:nvPr>
        </p:nvSpPr>
        <p:spPr>
          <a:xfrm>
            <a:off x="4559400" y="2819520"/>
            <a:ext cx="3047760" cy="141696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300" spc="-1" strike="noStrike">
                <a:solidFill>
                  <a:schemeClr val="dk1"/>
                </a:solidFill>
                <a:latin typeface="Arial"/>
              </a:rPr>
              <a:t>Click to add image</a:t>
            </a:r>
            <a:endParaRPr b="0" lang="en-US" sz="1300" spc="-1" strike="noStrike">
              <a:solidFill>
                <a:schemeClr val="dk1"/>
              </a:solidFill>
              <a:latin typeface="Arial"/>
            </a:endParaRPr>
          </a:p>
        </p:txBody>
      </p:sp>
      <p:sp>
        <p:nvSpPr>
          <p:cNvPr id="109" name="PlaceHolder 8"/>
          <p:cNvSpPr>
            <a:spLocks noGrp="1"/>
          </p:cNvSpPr>
          <p:nvPr>
            <p:ph type="body"/>
          </p:nvPr>
        </p:nvSpPr>
        <p:spPr>
          <a:xfrm>
            <a:off x="8115840" y="2819520"/>
            <a:ext cx="3047760" cy="1416960"/>
          </a:xfrm>
          <a:prstGeom prst="rect">
            <a:avLst/>
          </a:prstGeom>
          <a:noFill/>
          <a:ln w="0">
            <a:noFill/>
          </a:ln>
        </p:spPr>
        <p:txBody>
          <a:bodyPr lIns="90000" rIns="90000" tIns="45000" bIns="45000" anchor="ctr">
            <a:noAutofit/>
          </a:bodyPr>
          <a:p>
            <a:pPr indent="0" algn="ctr" defTabSz="914400">
              <a:lnSpc>
                <a:spcPct val="100000"/>
              </a:lnSpc>
              <a:buNone/>
              <a:tabLst>
                <a:tab algn="l" pos="0"/>
              </a:tabLst>
            </a:pPr>
            <a:r>
              <a:rPr b="0" lang="en-US" sz="1300" spc="-1" strike="noStrike">
                <a:solidFill>
                  <a:schemeClr val="dk1"/>
                </a:solidFill>
                <a:latin typeface="Arial"/>
              </a:rPr>
              <a:t>Click to add image</a:t>
            </a:r>
            <a:endParaRPr b="0" lang="en-US" sz="1300" spc="-1" strike="noStrike">
              <a:solidFill>
                <a:schemeClr val="dk1"/>
              </a:solidFill>
              <a:latin typeface="Arial"/>
            </a:endParaRPr>
          </a:p>
        </p:txBody>
      </p:sp>
      <p:sp>
        <p:nvSpPr>
          <p:cNvPr id="110" name="PlaceHolder 9"/>
          <p:cNvSpPr>
            <a:spLocks noGrp="1"/>
          </p:cNvSpPr>
          <p:nvPr>
            <p:ph type="body"/>
          </p:nvPr>
        </p:nvSpPr>
        <p:spPr>
          <a:xfrm>
            <a:off x="4559400" y="4449960"/>
            <a:ext cx="3047760" cy="23508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300" spc="-1" strike="noStrike">
                <a:solidFill>
                  <a:schemeClr val="dk1"/>
                </a:solidFill>
                <a:latin typeface="Arial"/>
              </a:rPr>
              <a:t>Click to Type Caption 2</a:t>
            </a:r>
            <a:endParaRPr b="0" lang="en-US" sz="1300" spc="-1" strike="noStrike">
              <a:solidFill>
                <a:schemeClr val="dk1"/>
              </a:solidFill>
              <a:latin typeface="Arial"/>
            </a:endParaRPr>
          </a:p>
        </p:txBody>
      </p:sp>
      <p:sp>
        <p:nvSpPr>
          <p:cNvPr id="111" name="PlaceHolder 10"/>
          <p:cNvSpPr>
            <a:spLocks noGrp="1"/>
          </p:cNvSpPr>
          <p:nvPr>
            <p:ph type="body"/>
          </p:nvPr>
        </p:nvSpPr>
        <p:spPr>
          <a:xfrm>
            <a:off x="8115840" y="4449960"/>
            <a:ext cx="3047760" cy="23508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300" spc="-1" strike="noStrike">
                <a:solidFill>
                  <a:schemeClr val="dk1"/>
                </a:solidFill>
                <a:latin typeface="Arial"/>
              </a:rPr>
              <a:t>Click to Type Caption 3</a:t>
            </a:r>
            <a:endParaRPr b="0" lang="en-US" sz="1300" spc="-1" strike="noStrike">
              <a:solidFill>
                <a:schemeClr val="dk1"/>
              </a:solidFill>
              <a:latin typeface="Arial"/>
            </a:endParaRPr>
          </a:p>
        </p:txBody>
      </p:sp>
      <p:sp>
        <p:nvSpPr>
          <p:cNvPr id="112" name="PlaceHolder 11"/>
          <p:cNvSpPr>
            <a:spLocks noGrp="1"/>
          </p:cNvSpPr>
          <p:nvPr>
            <p:ph type="body"/>
          </p:nvPr>
        </p:nvSpPr>
        <p:spPr>
          <a:xfrm>
            <a:off x="1003320" y="4724280"/>
            <a:ext cx="3060360" cy="11440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300" spc="-1" strike="noStrike">
                <a:solidFill>
                  <a:schemeClr val="dk1"/>
                </a:solidFill>
                <a:latin typeface="Arial"/>
              </a:rPr>
              <a:t>Click to edit Master text styles</a:t>
            </a:r>
            <a:endParaRPr b="0" lang="en-US" sz="1300" spc="-1" strike="noStrike">
              <a:solidFill>
                <a:schemeClr val="dk1"/>
              </a:solidFill>
              <a:latin typeface="Arial"/>
            </a:endParaRPr>
          </a:p>
          <a:p>
            <a:pPr lvl="1" marL="511200" indent="-152280" defTabSz="914400">
              <a:lnSpc>
                <a:spcPct val="100000"/>
              </a:lnSpc>
              <a:spcBef>
                <a:spcPts val="300"/>
              </a:spcBef>
              <a:buClr>
                <a:srgbClr val="000000"/>
              </a:buClr>
              <a:buFont typeface="Arial"/>
              <a:buChar char="•"/>
            </a:pPr>
            <a:r>
              <a:rPr b="0" lang="en-US" sz="1300" spc="-1" strike="noStrike">
                <a:solidFill>
                  <a:schemeClr val="dk1"/>
                </a:solidFill>
                <a:latin typeface="Arial"/>
              </a:rPr>
              <a:t>Second level</a:t>
            </a:r>
            <a:endParaRPr b="0" lang="en-US" sz="1300" spc="-1" strike="noStrike">
              <a:solidFill>
                <a:srgbClr val="9c9c9c"/>
              </a:solidFill>
              <a:latin typeface="Arial"/>
            </a:endParaRPr>
          </a:p>
        </p:txBody>
      </p:sp>
      <p:sp>
        <p:nvSpPr>
          <p:cNvPr id="113" name="PlaceHolder 12"/>
          <p:cNvSpPr>
            <a:spLocks noGrp="1"/>
          </p:cNvSpPr>
          <p:nvPr>
            <p:ph type="body"/>
          </p:nvPr>
        </p:nvSpPr>
        <p:spPr>
          <a:xfrm>
            <a:off x="4559400" y="4724280"/>
            <a:ext cx="3060360" cy="11440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300" spc="-1" strike="noStrike">
                <a:solidFill>
                  <a:schemeClr val="dk1"/>
                </a:solidFill>
                <a:latin typeface="Arial"/>
              </a:rPr>
              <a:t>Click to edit Master text styles</a:t>
            </a:r>
            <a:endParaRPr b="0" lang="en-US" sz="1300" spc="-1" strike="noStrike">
              <a:solidFill>
                <a:schemeClr val="dk1"/>
              </a:solidFill>
              <a:latin typeface="Arial"/>
            </a:endParaRPr>
          </a:p>
          <a:p>
            <a:pPr lvl="1" marL="511200" indent="-152280" defTabSz="914400">
              <a:lnSpc>
                <a:spcPct val="100000"/>
              </a:lnSpc>
              <a:spcBef>
                <a:spcPts val="300"/>
              </a:spcBef>
              <a:buClr>
                <a:srgbClr val="000000"/>
              </a:buClr>
              <a:buFont typeface="Arial"/>
              <a:buChar char="•"/>
            </a:pPr>
            <a:r>
              <a:rPr b="0" lang="en-US" sz="1300" spc="-1" strike="noStrike">
                <a:solidFill>
                  <a:schemeClr val="dk1"/>
                </a:solidFill>
                <a:latin typeface="Arial"/>
              </a:rPr>
              <a:t>Second level</a:t>
            </a:r>
            <a:endParaRPr b="0" lang="en-US" sz="1300" spc="-1" strike="noStrike">
              <a:solidFill>
                <a:srgbClr val="9c9c9c"/>
              </a:solidFill>
              <a:latin typeface="Arial"/>
            </a:endParaRPr>
          </a:p>
        </p:txBody>
      </p:sp>
      <p:sp>
        <p:nvSpPr>
          <p:cNvPr id="114" name="PlaceHolder 13"/>
          <p:cNvSpPr>
            <a:spLocks noGrp="1"/>
          </p:cNvSpPr>
          <p:nvPr>
            <p:ph type="body"/>
          </p:nvPr>
        </p:nvSpPr>
        <p:spPr>
          <a:xfrm>
            <a:off x="8115840" y="4724280"/>
            <a:ext cx="3060360" cy="11440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300" spc="-1" strike="noStrike">
                <a:solidFill>
                  <a:schemeClr val="dk1"/>
                </a:solidFill>
                <a:latin typeface="Arial"/>
              </a:rPr>
              <a:t>Click to edit Master text styles</a:t>
            </a:r>
            <a:endParaRPr b="0" lang="en-US" sz="1300" spc="-1" strike="noStrike">
              <a:solidFill>
                <a:schemeClr val="dk1"/>
              </a:solidFill>
              <a:latin typeface="Arial"/>
            </a:endParaRPr>
          </a:p>
          <a:p>
            <a:pPr lvl="1" marL="511200" indent="-152280" defTabSz="914400">
              <a:lnSpc>
                <a:spcPct val="100000"/>
              </a:lnSpc>
              <a:spcBef>
                <a:spcPts val="300"/>
              </a:spcBef>
              <a:buClr>
                <a:srgbClr val="000000"/>
              </a:buClr>
              <a:buFont typeface="Arial"/>
              <a:buChar char="•"/>
            </a:pPr>
            <a:r>
              <a:rPr b="0" lang="en-US" sz="1300" spc="-1" strike="noStrike">
                <a:solidFill>
                  <a:schemeClr val="dk1"/>
                </a:solidFill>
                <a:latin typeface="Arial"/>
              </a:rPr>
              <a:t>Second level</a:t>
            </a:r>
            <a:endParaRPr b="0" lang="en-US" sz="1300" spc="-1" strike="noStrike">
              <a:solidFill>
                <a:srgbClr val="9c9c9c"/>
              </a:solidFill>
              <a:latin typeface="Arial"/>
            </a:endParaRPr>
          </a:p>
        </p:txBody>
      </p:sp>
      <p:sp>
        <p:nvSpPr>
          <p:cNvPr id="115" name="PlaceHolder 14"/>
          <p:cNvSpPr>
            <a:spLocks noGrp="1"/>
          </p:cNvSpPr>
          <p:nvPr>
            <p:ph type="sldNum" idx="8"/>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8AC2D811-C1AE-4D56-86DB-768E583B4E2E}"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116" name="PlaceHolder 15"/>
          <p:cNvSpPr>
            <a:spLocks noGrp="1"/>
          </p:cNvSpPr>
          <p:nvPr>
            <p:ph type="dt" idx="9"/>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7" name="Picture 8" descr=""/>
          <p:cNvPicPr/>
          <p:nvPr/>
        </p:nvPicPr>
        <p:blipFill>
          <a:blip r:embed="rId2"/>
          <a:stretch/>
        </p:blipFill>
        <p:spPr>
          <a:xfrm>
            <a:off x="599400" y="6343200"/>
            <a:ext cx="1996200" cy="345600"/>
          </a:xfrm>
          <a:prstGeom prst="rect">
            <a:avLst/>
          </a:prstGeom>
          <a:ln w="0">
            <a:noFill/>
          </a:ln>
        </p:spPr>
      </p:pic>
      <p:sp>
        <p:nvSpPr>
          <p:cNvPr id="118"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19"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0" name="TextBox 80" hidden="1"/>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grpSp>
        <p:nvGrpSpPr>
          <p:cNvPr id="121" name="Group 73"/>
          <p:cNvGrpSpPr/>
          <p:nvPr/>
        </p:nvGrpSpPr>
        <p:grpSpPr>
          <a:xfrm>
            <a:off x="203040" y="401040"/>
            <a:ext cx="11786040" cy="1618560"/>
            <a:chOff x="203040" y="401040"/>
            <a:chExt cx="11786040" cy="1618560"/>
          </a:xfrm>
        </p:grpSpPr>
        <p:sp>
          <p:nvSpPr>
            <p:cNvPr id="122" name="Line 5"/>
            <p:cNvSpPr/>
            <p:nvPr/>
          </p:nvSpPr>
          <p:spPr>
            <a:xfrm>
              <a:off x="2030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3" name="Line 6"/>
            <p:cNvSpPr/>
            <p:nvPr/>
          </p:nvSpPr>
          <p:spPr>
            <a:xfrm>
              <a:off x="4028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4" name="Line 7"/>
            <p:cNvSpPr/>
            <p:nvPr/>
          </p:nvSpPr>
          <p:spPr>
            <a:xfrm>
              <a:off x="6026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5" name="Line 9"/>
            <p:cNvSpPr/>
            <p:nvPr/>
          </p:nvSpPr>
          <p:spPr>
            <a:xfrm>
              <a:off x="10018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6" name="Line 10"/>
            <p:cNvSpPr/>
            <p:nvPr/>
          </p:nvSpPr>
          <p:spPr>
            <a:xfrm>
              <a:off x="12016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7" name="Line 11"/>
            <p:cNvSpPr/>
            <p:nvPr/>
          </p:nvSpPr>
          <p:spPr>
            <a:xfrm>
              <a:off x="14014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8" name="Line 12"/>
            <p:cNvSpPr/>
            <p:nvPr/>
          </p:nvSpPr>
          <p:spPr>
            <a:xfrm>
              <a:off x="16012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29" name="Line 13"/>
            <p:cNvSpPr/>
            <p:nvPr/>
          </p:nvSpPr>
          <p:spPr>
            <a:xfrm>
              <a:off x="18010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0" name="Line 14"/>
            <p:cNvSpPr/>
            <p:nvPr/>
          </p:nvSpPr>
          <p:spPr>
            <a:xfrm>
              <a:off x="20008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1" name="Line 15"/>
            <p:cNvSpPr/>
            <p:nvPr/>
          </p:nvSpPr>
          <p:spPr>
            <a:xfrm>
              <a:off x="22006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2" name="Line 16"/>
            <p:cNvSpPr/>
            <p:nvPr/>
          </p:nvSpPr>
          <p:spPr>
            <a:xfrm>
              <a:off x="24004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3" name="Line 17"/>
            <p:cNvSpPr/>
            <p:nvPr/>
          </p:nvSpPr>
          <p:spPr>
            <a:xfrm>
              <a:off x="25999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4" name="Line 18"/>
            <p:cNvSpPr/>
            <p:nvPr/>
          </p:nvSpPr>
          <p:spPr>
            <a:xfrm>
              <a:off x="27997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5" name="Line 19"/>
            <p:cNvSpPr/>
            <p:nvPr/>
          </p:nvSpPr>
          <p:spPr>
            <a:xfrm>
              <a:off x="29995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6" name="Line 20"/>
            <p:cNvSpPr/>
            <p:nvPr/>
          </p:nvSpPr>
          <p:spPr>
            <a:xfrm>
              <a:off x="31993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7" name="Line 21"/>
            <p:cNvSpPr/>
            <p:nvPr/>
          </p:nvSpPr>
          <p:spPr>
            <a:xfrm>
              <a:off x="33991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8" name="Line 22"/>
            <p:cNvSpPr/>
            <p:nvPr/>
          </p:nvSpPr>
          <p:spPr>
            <a:xfrm>
              <a:off x="35989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39" name="Line 23"/>
            <p:cNvSpPr/>
            <p:nvPr/>
          </p:nvSpPr>
          <p:spPr>
            <a:xfrm>
              <a:off x="37987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0" name="Line 24"/>
            <p:cNvSpPr/>
            <p:nvPr/>
          </p:nvSpPr>
          <p:spPr>
            <a:xfrm>
              <a:off x="39985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1" name="Line 25"/>
            <p:cNvSpPr/>
            <p:nvPr/>
          </p:nvSpPr>
          <p:spPr>
            <a:xfrm>
              <a:off x="41983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2" name="Line 26"/>
            <p:cNvSpPr/>
            <p:nvPr/>
          </p:nvSpPr>
          <p:spPr>
            <a:xfrm>
              <a:off x="43977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3" name="Line 27"/>
            <p:cNvSpPr/>
            <p:nvPr/>
          </p:nvSpPr>
          <p:spPr>
            <a:xfrm>
              <a:off x="45975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4" name="Line 28"/>
            <p:cNvSpPr/>
            <p:nvPr/>
          </p:nvSpPr>
          <p:spPr>
            <a:xfrm>
              <a:off x="47973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5" name="Line 29"/>
            <p:cNvSpPr/>
            <p:nvPr/>
          </p:nvSpPr>
          <p:spPr>
            <a:xfrm>
              <a:off x="49971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6" name="Line 30"/>
            <p:cNvSpPr/>
            <p:nvPr/>
          </p:nvSpPr>
          <p:spPr>
            <a:xfrm>
              <a:off x="51969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7" name="Line 31"/>
            <p:cNvSpPr/>
            <p:nvPr/>
          </p:nvSpPr>
          <p:spPr>
            <a:xfrm>
              <a:off x="53967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8" name="Line 32"/>
            <p:cNvSpPr/>
            <p:nvPr/>
          </p:nvSpPr>
          <p:spPr>
            <a:xfrm>
              <a:off x="55965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49" name="Line 33"/>
            <p:cNvSpPr/>
            <p:nvPr/>
          </p:nvSpPr>
          <p:spPr>
            <a:xfrm>
              <a:off x="579636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0" name="Line 34"/>
            <p:cNvSpPr/>
            <p:nvPr/>
          </p:nvSpPr>
          <p:spPr>
            <a:xfrm>
              <a:off x="59958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1" name="Line 35"/>
            <p:cNvSpPr/>
            <p:nvPr/>
          </p:nvSpPr>
          <p:spPr>
            <a:xfrm>
              <a:off x="61956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2" name="Line 36"/>
            <p:cNvSpPr/>
            <p:nvPr/>
          </p:nvSpPr>
          <p:spPr>
            <a:xfrm>
              <a:off x="63954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3" name="Line 37"/>
            <p:cNvSpPr/>
            <p:nvPr/>
          </p:nvSpPr>
          <p:spPr>
            <a:xfrm>
              <a:off x="65952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4" name="Line 38"/>
            <p:cNvSpPr/>
            <p:nvPr/>
          </p:nvSpPr>
          <p:spPr>
            <a:xfrm>
              <a:off x="67950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5" name="Line 39"/>
            <p:cNvSpPr/>
            <p:nvPr/>
          </p:nvSpPr>
          <p:spPr>
            <a:xfrm>
              <a:off x="69948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6" name="Line 40"/>
            <p:cNvSpPr/>
            <p:nvPr/>
          </p:nvSpPr>
          <p:spPr>
            <a:xfrm>
              <a:off x="71946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7" name="Line 41"/>
            <p:cNvSpPr/>
            <p:nvPr/>
          </p:nvSpPr>
          <p:spPr>
            <a:xfrm>
              <a:off x="739440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8" name="Line 42"/>
            <p:cNvSpPr/>
            <p:nvPr/>
          </p:nvSpPr>
          <p:spPr>
            <a:xfrm>
              <a:off x="75938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59" name="Line 43"/>
            <p:cNvSpPr/>
            <p:nvPr/>
          </p:nvSpPr>
          <p:spPr>
            <a:xfrm>
              <a:off x="77936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0" name="Line 44"/>
            <p:cNvSpPr/>
            <p:nvPr/>
          </p:nvSpPr>
          <p:spPr>
            <a:xfrm>
              <a:off x="79934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1" name="Line 45"/>
            <p:cNvSpPr/>
            <p:nvPr/>
          </p:nvSpPr>
          <p:spPr>
            <a:xfrm>
              <a:off x="81932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2" name="Line 46"/>
            <p:cNvSpPr/>
            <p:nvPr/>
          </p:nvSpPr>
          <p:spPr>
            <a:xfrm>
              <a:off x="83930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3" name="Line 47"/>
            <p:cNvSpPr/>
            <p:nvPr/>
          </p:nvSpPr>
          <p:spPr>
            <a:xfrm>
              <a:off x="85928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4" name="Line 48"/>
            <p:cNvSpPr/>
            <p:nvPr/>
          </p:nvSpPr>
          <p:spPr>
            <a:xfrm>
              <a:off x="879264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5" name="Line 50"/>
            <p:cNvSpPr/>
            <p:nvPr/>
          </p:nvSpPr>
          <p:spPr>
            <a:xfrm>
              <a:off x="91918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6" name="Line 51"/>
            <p:cNvSpPr/>
            <p:nvPr/>
          </p:nvSpPr>
          <p:spPr>
            <a:xfrm>
              <a:off x="93916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7" name="Line 52"/>
            <p:cNvSpPr/>
            <p:nvPr/>
          </p:nvSpPr>
          <p:spPr>
            <a:xfrm>
              <a:off x="95914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8" name="Line 53"/>
            <p:cNvSpPr/>
            <p:nvPr/>
          </p:nvSpPr>
          <p:spPr>
            <a:xfrm>
              <a:off x="97912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69" name="Line 54"/>
            <p:cNvSpPr/>
            <p:nvPr/>
          </p:nvSpPr>
          <p:spPr>
            <a:xfrm>
              <a:off x="99910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0" name="Line 55"/>
            <p:cNvSpPr/>
            <p:nvPr/>
          </p:nvSpPr>
          <p:spPr>
            <a:xfrm>
              <a:off x="101908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1" name="Line 56"/>
            <p:cNvSpPr/>
            <p:nvPr/>
          </p:nvSpPr>
          <p:spPr>
            <a:xfrm>
              <a:off x="1039068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2" name="Line 58"/>
            <p:cNvSpPr/>
            <p:nvPr/>
          </p:nvSpPr>
          <p:spPr>
            <a:xfrm>
              <a:off x="107899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3" name="Line 59"/>
            <p:cNvSpPr/>
            <p:nvPr/>
          </p:nvSpPr>
          <p:spPr>
            <a:xfrm>
              <a:off x="109897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4" name="Line 60"/>
            <p:cNvSpPr/>
            <p:nvPr/>
          </p:nvSpPr>
          <p:spPr>
            <a:xfrm>
              <a:off x="11189520" y="40428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5" name="Line 61"/>
            <p:cNvSpPr/>
            <p:nvPr/>
          </p:nvSpPr>
          <p:spPr>
            <a:xfrm>
              <a:off x="113893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6" name="Line 62"/>
            <p:cNvSpPr/>
            <p:nvPr/>
          </p:nvSpPr>
          <p:spPr>
            <a:xfrm>
              <a:off x="115891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7" name="Line 63"/>
            <p:cNvSpPr/>
            <p:nvPr/>
          </p:nvSpPr>
          <p:spPr>
            <a:xfrm>
              <a:off x="117889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8" name="Line 64"/>
            <p:cNvSpPr/>
            <p:nvPr/>
          </p:nvSpPr>
          <p:spPr>
            <a:xfrm>
              <a:off x="11988720" y="40104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79" name="Line 8"/>
            <p:cNvSpPr/>
            <p:nvPr/>
          </p:nvSpPr>
          <p:spPr>
            <a:xfrm>
              <a:off x="802440" y="401040"/>
              <a:ext cx="360" cy="1618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80" name="Line 49"/>
            <p:cNvSpPr/>
            <p:nvPr/>
          </p:nvSpPr>
          <p:spPr>
            <a:xfrm>
              <a:off x="8992440" y="401040"/>
              <a:ext cx="360" cy="1618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81" name="Line 57"/>
            <p:cNvSpPr/>
            <p:nvPr/>
          </p:nvSpPr>
          <p:spPr>
            <a:xfrm>
              <a:off x="10590480" y="401040"/>
              <a:ext cx="360" cy="1618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grpSp>
      <p:sp>
        <p:nvSpPr>
          <p:cNvPr id="182" name="PlaceHolder 1"/>
          <p:cNvSpPr>
            <a:spLocks noGrp="1"/>
          </p:cNvSpPr>
          <p:nvPr>
            <p:ph type="title"/>
          </p:nvPr>
        </p:nvSpPr>
        <p:spPr>
          <a:xfrm>
            <a:off x="1002600" y="1353960"/>
            <a:ext cx="7612920" cy="737640"/>
          </a:xfrm>
          <a:prstGeom prst="rect">
            <a:avLst/>
          </a:prstGeom>
          <a:noFill/>
          <a:ln w="0">
            <a:noFill/>
          </a:ln>
        </p:spPr>
        <p:txBody>
          <a:bodyPr lIns="0" rIns="0" tIns="0" bIns="0" anchor="b">
            <a:noAutofit/>
          </a:bodyPr>
          <a:p>
            <a:pPr indent="0" defTabSz="914400">
              <a:lnSpc>
                <a:spcPct val="90000"/>
              </a:lnSpc>
              <a:buNone/>
            </a:pPr>
            <a:r>
              <a:rPr b="0" lang="en-US" sz="3200" spc="-1" strike="noStrike">
                <a:solidFill>
                  <a:schemeClr val="dk2"/>
                </a:solidFill>
                <a:latin typeface="Arial Narrow"/>
              </a:rPr>
              <a:t>Agenda or Section Slide ONLY</a:t>
            </a:r>
            <a:endParaRPr b="0" lang="en-US" sz="3200" spc="-1" strike="noStrike">
              <a:solidFill>
                <a:schemeClr val="dk1"/>
              </a:solidFill>
              <a:latin typeface="Arial"/>
            </a:endParaRPr>
          </a:p>
        </p:txBody>
      </p:sp>
      <p:sp>
        <p:nvSpPr>
          <p:cNvPr id="183" name="PlaceHolder 2"/>
          <p:cNvSpPr>
            <a:spLocks noGrp="1"/>
          </p:cNvSpPr>
          <p:nvPr>
            <p:ph type="body"/>
          </p:nvPr>
        </p:nvSpPr>
        <p:spPr>
          <a:xfrm>
            <a:off x="1003320" y="2598480"/>
            <a:ext cx="8005320" cy="30412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184" name="PlaceHolder 3"/>
          <p:cNvSpPr>
            <a:spLocks noGrp="1"/>
          </p:cNvSpPr>
          <p:nvPr>
            <p:ph type="ftr" idx="10"/>
          </p:nvPr>
        </p:nvSpPr>
        <p:spPr>
          <a:xfrm>
            <a:off x="9181080" y="158040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pic>
        <p:nvPicPr>
          <p:cNvPr id="185" name="Picture 134" descr=""/>
          <p:cNvPicPr/>
          <p:nvPr/>
        </p:nvPicPr>
        <p:blipFill>
          <a:blip r:embed="rId3"/>
          <a:stretch/>
        </p:blipFill>
        <p:spPr>
          <a:xfrm>
            <a:off x="599400" y="6400800"/>
            <a:ext cx="1996200" cy="345600"/>
          </a:xfrm>
          <a:prstGeom prst="rect">
            <a:avLst/>
          </a:prstGeom>
          <a:ln w="0">
            <a:noFill/>
          </a:ln>
        </p:spPr>
      </p:pic>
      <p:sp>
        <p:nvSpPr>
          <p:cNvPr id="186" name="TextBox 135"/>
          <p:cNvSpPr/>
          <p:nvPr/>
        </p:nvSpPr>
        <p:spPr>
          <a:xfrm>
            <a:off x="10780200" y="189324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187" name="PlaceHolder 4"/>
          <p:cNvSpPr>
            <a:spLocks noGrp="1"/>
          </p:cNvSpPr>
          <p:nvPr>
            <p:ph type="sldNum" idx="11"/>
          </p:nvPr>
        </p:nvSpPr>
        <p:spPr>
          <a:xfrm>
            <a:off x="11277720" y="184464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4EC404C0-0356-4164-B874-94BFC4348ABF}"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188" name="PlaceHolder 5"/>
          <p:cNvSpPr>
            <a:spLocks noGrp="1"/>
          </p:cNvSpPr>
          <p:nvPr>
            <p:ph type="dt" idx="12"/>
          </p:nvPr>
        </p:nvSpPr>
        <p:spPr>
          <a:xfrm>
            <a:off x="10738080" y="150264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1" name="Picture 8" descr=""/>
          <p:cNvPicPr/>
          <p:nvPr/>
        </p:nvPicPr>
        <p:blipFill>
          <a:blip r:embed="rId2"/>
          <a:stretch/>
        </p:blipFill>
        <p:spPr>
          <a:xfrm>
            <a:off x="599400" y="6343200"/>
            <a:ext cx="1996200" cy="345600"/>
          </a:xfrm>
          <a:prstGeom prst="rect">
            <a:avLst/>
          </a:prstGeom>
          <a:ln w="0">
            <a:noFill/>
          </a:ln>
        </p:spPr>
      </p:pic>
      <p:sp>
        <p:nvSpPr>
          <p:cNvPr id="192"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93"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194"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195" name="PlaceHolder 1"/>
          <p:cNvSpPr>
            <a:spLocks noGrp="1"/>
          </p:cNvSpPr>
          <p:nvPr>
            <p:ph type="ftr" idx="13"/>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196" name="PlaceHolder 2"/>
          <p:cNvSpPr>
            <a:spLocks noGrp="1"/>
          </p:cNvSpPr>
          <p:nvPr>
            <p:ph type="sldNum" idx="14"/>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6333FDFC-C376-4321-A438-C95BD5D97D00}"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197" name="PlaceHolder 3"/>
          <p:cNvSpPr>
            <a:spLocks noGrp="1"/>
          </p:cNvSpPr>
          <p:nvPr>
            <p:ph type="dt" idx="15"/>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8" name="Picture 8" descr=""/>
          <p:cNvPicPr/>
          <p:nvPr/>
        </p:nvPicPr>
        <p:blipFill>
          <a:blip r:embed="rId2"/>
          <a:stretch/>
        </p:blipFill>
        <p:spPr>
          <a:xfrm>
            <a:off x="599400" y="6343200"/>
            <a:ext cx="1996200" cy="345600"/>
          </a:xfrm>
          <a:prstGeom prst="rect">
            <a:avLst/>
          </a:prstGeom>
          <a:ln w="0">
            <a:noFill/>
          </a:ln>
        </p:spPr>
      </p:pic>
      <p:sp>
        <p:nvSpPr>
          <p:cNvPr id="199"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0"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1" name="TextBox 80" hidden="1"/>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202" name="PlaceHolder 1"/>
          <p:cNvSpPr>
            <a:spLocks noGrp="1"/>
          </p:cNvSpPr>
          <p:nvPr>
            <p:ph type="title"/>
          </p:nvPr>
        </p:nvSpPr>
        <p:spPr>
          <a:xfrm>
            <a:off x="970920" y="831240"/>
            <a:ext cx="7433280" cy="1469520"/>
          </a:xfrm>
          <a:prstGeom prst="rect">
            <a:avLst/>
          </a:prstGeom>
          <a:noFill/>
          <a:ln w="0">
            <a:noFill/>
          </a:ln>
        </p:spPr>
        <p:txBody>
          <a:bodyPr lIns="0" rIns="0" tIns="0" bIns="0" anchor="t">
            <a:noAutofit/>
          </a:bodyPr>
          <a:p>
            <a:pPr indent="0" defTabSz="914400">
              <a:lnSpc>
                <a:spcPct val="94000"/>
              </a:lnSpc>
              <a:buNone/>
            </a:pPr>
            <a:r>
              <a:rPr b="0" lang="en-US" sz="3200" spc="-1" strike="noStrike">
                <a:solidFill>
                  <a:schemeClr val="dk2"/>
                </a:solidFill>
                <a:latin typeface="Arial Narrow"/>
              </a:rPr>
              <a:t>Type Title Here</a:t>
            </a:r>
            <a:br>
              <a:rPr sz="3200"/>
            </a:br>
            <a:r>
              <a:rPr b="0" lang="en-US" sz="3200" spc="-1" strike="noStrike">
                <a:solidFill>
                  <a:schemeClr val="dk2"/>
                </a:solidFill>
                <a:latin typeface="Arial Narrow"/>
              </a:rPr>
              <a:t>Not to Exceed</a:t>
            </a:r>
            <a:br>
              <a:rPr sz="3200"/>
            </a:br>
            <a:r>
              <a:rPr b="0" lang="en-US" sz="3200" spc="-1" strike="noStrike">
                <a:solidFill>
                  <a:schemeClr val="dk2"/>
                </a:solidFill>
                <a:latin typeface="Arial Narrow"/>
              </a:rPr>
              <a:t>Three Lines</a:t>
            </a:r>
            <a:endParaRPr b="0" lang="en-US" sz="3200" spc="-1" strike="noStrike">
              <a:solidFill>
                <a:schemeClr val="dk1"/>
              </a:solidFill>
              <a:latin typeface="Arial"/>
            </a:endParaRPr>
          </a:p>
        </p:txBody>
      </p:sp>
      <p:sp>
        <p:nvSpPr>
          <p:cNvPr id="203" name="PlaceHolder 2"/>
          <p:cNvSpPr>
            <a:spLocks noGrp="1"/>
          </p:cNvSpPr>
          <p:nvPr>
            <p:ph type="body"/>
          </p:nvPr>
        </p:nvSpPr>
        <p:spPr>
          <a:xfrm>
            <a:off x="1003320" y="2337120"/>
            <a:ext cx="3263400" cy="182520"/>
          </a:xfrm>
          <a:prstGeom prst="rect">
            <a:avLst/>
          </a:prstGeom>
          <a:noFill/>
          <a:ln w="0">
            <a:noFill/>
          </a:ln>
        </p:spPr>
        <p:txBody>
          <a:bodyPr lIns="0" rIns="0" tIns="0" bIns="0" anchor="t">
            <a:noAutofit/>
          </a:bodyPr>
          <a:p>
            <a:pPr indent="0" defTabSz="914400">
              <a:lnSpc>
                <a:spcPct val="100000"/>
              </a:lnSpc>
              <a:buNone/>
              <a:tabLst>
                <a:tab algn="l" pos="0"/>
              </a:tabLst>
            </a:pPr>
            <a:r>
              <a:rPr b="0" lang="en-US" sz="1200" spc="-1" strike="noStrike">
                <a:solidFill>
                  <a:schemeClr val="dk2"/>
                </a:solidFill>
                <a:latin typeface="Arial"/>
              </a:rPr>
              <a:t>Date Here Move Up as Needed</a:t>
            </a:r>
            <a:endParaRPr b="0" lang="en-US" sz="1200" spc="-1" strike="noStrike">
              <a:solidFill>
                <a:schemeClr val="dk1"/>
              </a:solidFill>
              <a:latin typeface="Arial"/>
            </a:endParaRPr>
          </a:p>
        </p:txBody>
      </p:sp>
      <p:grpSp>
        <p:nvGrpSpPr>
          <p:cNvPr id="204" name="Group 70"/>
          <p:cNvGrpSpPr/>
          <p:nvPr/>
        </p:nvGrpSpPr>
        <p:grpSpPr>
          <a:xfrm>
            <a:off x="203040" y="903960"/>
            <a:ext cx="11786040" cy="5136840"/>
            <a:chOff x="203040" y="903960"/>
            <a:chExt cx="11786040" cy="5136840"/>
          </a:xfrm>
        </p:grpSpPr>
        <p:sp>
          <p:nvSpPr>
            <p:cNvPr id="205" name="Line 8"/>
            <p:cNvSpPr/>
            <p:nvPr/>
          </p:nvSpPr>
          <p:spPr>
            <a:xfrm flipV="1">
              <a:off x="802440" y="903960"/>
              <a:ext cx="0" cy="353088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6" name="Line 49"/>
            <p:cNvSpPr/>
            <p:nvPr/>
          </p:nvSpPr>
          <p:spPr>
            <a:xfrm flipV="1">
              <a:off x="8992440" y="4032360"/>
              <a:ext cx="360" cy="40248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7" name="Line 57"/>
            <p:cNvSpPr/>
            <p:nvPr/>
          </p:nvSpPr>
          <p:spPr>
            <a:xfrm flipV="1">
              <a:off x="10590480" y="4032360"/>
              <a:ext cx="360" cy="40248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8" name="Line 5"/>
            <p:cNvSpPr/>
            <p:nvPr/>
          </p:nvSpPr>
          <p:spPr>
            <a:xfrm flipV="1">
              <a:off x="20304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09" name="Line 7"/>
            <p:cNvSpPr/>
            <p:nvPr/>
          </p:nvSpPr>
          <p:spPr>
            <a:xfrm flipV="1">
              <a:off x="60264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0" name="Line 9"/>
            <p:cNvSpPr/>
            <p:nvPr/>
          </p:nvSpPr>
          <p:spPr>
            <a:xfrm flipV="1">
              <a:off x="10018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1" name="Line 11"/>
            <p:cNvSpPr/>
            <p:nvPr/>
          </p:nvSpPr>
          <p:spPr>
            <a:xfrm flipV="1">
              <a:off x="14014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2" name="Line 13"/>
            <p:cNvSpPr/>
            <p:nvPr/>
          </p:nvSpPr>
          <p:spPr>
            <a:xfrm flipV="1">
              <a:off x="18010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3" name="Line 15"/>
            <p:cNvSpPr/>
            <p:nvPr/>
          </p:nvSpPr>
          <p:spPr>
            <a:xfrm flipV="1">
              <a:off x="22006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4" name="Line 17"/>
            <p:cNvSpPr/>
            <p:nvPr/>
          </p:nvSpPr>
          <p:spPr>
            <a:xfrm flipV="1">
              <a:off x="25999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5" name="Line 19"/>
            <p:cNvSpPr/>
            <p:nvPr/>
          </p:nvSpPr>
          <p:spPr>
            <a:xfrm flipV="1">
              <a:off x="29995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6" name="Line 21"/>
            <p:cNvSpPr/>
            <p:nvPr/>
          </p:nvSpPr>
          <p:spPr>
            <a:xfrm flipV="1">
              <a:off x="33991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7" name="Line 23"/>
            <p:cNvSpPr/>
            <p:nvPr/>
          </p:nvSpPr>
          <p:spPr>
            <a:xfrm flipV="1">
              <a:off x="37987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8" name="Line 25"/>
            <p:cNvSpPr/>
            <p:nvPr/>
          </p:nvSpPr>
          <p:spPr>
            <a:xfrm flipV="1">
              <a:off x="41983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19" name="Line 27"/>
            <p:cNvSpPr/>
            <p:nvPr/>
          </p:nvSpPr>
          <p:spPr>
            <a:xfrm flipV="1">
              <a:off x="459756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0" name="Line 29"/>
            <p:cNvSpPr/>
            <p:nvPr/>
          </p:nvSpPr>
          <p:spPr>
            <a:xfrm flipV="1">
              <a:off x="499716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1" name="Line 31"/>
            <p:cNvSpPr/>
            <p:nvPr/>
          </p:nvSpPr>
          <p:spPr>
            <a:xfrm flipV="1">
              <a:off x="539676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2" name="Line 33"/>
            <p:cNvSpPr/>
            <p:nvPr/>
          </p:nvSpPr>
          <p:spPr>
            <a:xfrm flipV="1">
              <a:off x="579636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3" name="Line 35"/>
            <p:cNvSpPr/>
            <p:nvPr/>
          </p:nvSpPr>
          <p:spPr>
            <a:xfrm flipV="1">
              <a:off x="619560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4" name="Line 37"/>
            <p:cNvSpPr/>
            <p:nvPr/>
          </p:nvSpPr>
          <p:spPr>
            <a:xfrm flipV="1">
              <a:off x="659520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5" name="Line 39"/>
            <p:cNvSpPr/>
            <p:nvPr/>
          </p:nvSpPr>
          <p:spPr>
            <a:xfrm flipV="1">
              <a:off x="699480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6" name="Line 41"/>
            <p:cNvSpPr/>
            <p:nvPr/>
          </p:nvSpPr>
          <p:spPr>
            <a:xfrm flipV="1">
              <a:off x="739440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7" name="Line 43"/>
            <p:cNvSpPr/>
            <p:nvPr/>
          </p:nvSpPr>
          <p:spPr>
            <a:xfrm flipV="1">
              <a:off x="779364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8" name="Line 45"/>
            <p:cNvSpPr/>
            <p:nvPr/>
          </p:nvSpPr>
          <p:spPr>
            <a:xfrm flipV="1">
              <a:off x="819324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29" name="Line 47"/>
            <p:cNvSpPr/>
            <p:nvPr/>
          </p:nvSpPr>
          <p:spPr>
            <a:xfrm flipV="1">
              <a:off x="859284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0" name="Line 51"/>
            <p:cNvSpPr/>
            <p:nvPr/>
          </p:nvSpPr>
          <p:spPr>
            <a:xfrm flipV="1">
              <a:off x="93916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1" name="Line 52"/>
            <p:cNvSpPr/>
            <p:nvPr/>
          </p:nvSpPr>
          <p:spPr>
            <a:xfrm flipV="1">
              <a:off x="9591480" y="3227760"/>
              <a:ext cx="360" cy="120708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2" name="Line 53"/>
            <p:cNvSpPr/>
            <p:nvPr/>
          </p:nvSpPr>
          <p:spPr>
            <a:xfrm flipV="1">
              <a:off x="97912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3" name="Line 55"/>
            <p:cNvSpPr/>
            <p:nvPr/>
          </p:nvSpPr>
          <p:spPr>
            <a:xfrm flipV="1">
              <a:off x="1019088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4" name="Line 59"/>
            <p:cNvSpPr/>
            <p:nvPr/>
          </p:nvSpPr>
          <p:spPr>
            <a:xfrm flipV="1">
              <a:off x="109897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5" name="Line 61"/>
            <p:cNvSpPr/>
            <p:nvPr/>
          </p:nvSpPr>
          <p:spPr>
            <a:xfrm flipV="1">
              <a:off x="113893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6" name="Line 6"/>
            <p:cNvSpPr/>
            <p:nvPr/>
          </p:nvSpPr>
          <p:spPr>
            <a:xfrm flipV="1">
              <a:off x="40284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7" name="Line 10"/>
            <p:cNvSpPr/>
            <p:nvPr/>
          </p:nvSpPr>
          <p:spPr>
            <a:xfrm flipV="1">
              <a:off x="120168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8" name="Line 14"/>
            <p:cNvSpPr/>
            <p:nvPr/>
          </p:nvSpPr>
          <p:spPr>
            <a:xfrm flipV="1">
              <a:off x="200088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39" name="Line 18"/>
            <p:cNvSpPr/>
            <p:nvPr/>
          </p:nvSpPr>
          <p:spPr>
            <a:xfrm flipV="1">
              <a:off x="279972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0" name="Line 22"/>
            <p:cNvSpPr/>
            <p:nvPr/>
          </p:nvSpPr>
          <p:spPr>
            <a:xfrm flipV="1">
              <a:off x="359892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1" name="Line 26"/>
            <p:cNvSpPr/>
            <p:nvPr/>
          </p:nvSpPr>
          <p:spPr>
            <a:xfrm flipV="1">
              <a:off x="439776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2" name="Line 30"/>
            <p:cNvSpPr/>
            <p:nvPr/>
          </p:nvSpPr>
          <p:spPr>
            <a:xfrm flipV="1">
              <a:off x="519696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3" name="Line 34"/>
            <p:cNvSpPr/>
            <p:nvPr/>
          </p:nvSpPr>
          <p:spPr>
            <a:xfrm flipV="1">
              <a:off x="599580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4" name="Line 38"/>
            <p:cNvSpPr/>
            <p:nvPr/>
          </p:nvSpPr>
          <p:spPr>
            <a:xfrm flipV="1">
              <a:off x="679500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5" name="Line 42"/>
            <p:cNvSpPr/>
            <p:nvPr/>
          </p:nvSpPr>
          <p:spPr>
            <a:xfrm flipV="1">
              <a:off x="759384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6" name="Line 46"/>
            <p:cNvSpPr/>
            <p:nvPr/>
          </p:nvSpPr>
          <p:spPr>
            <a:xfrm flipV="1">
              <a:off x="839304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7" name="Line 50"/>
            <p:cNvSpPr/>
            <p:nvPr/>
          </p:nvSpPr>
          <p:spPr>
            <a:xfrm flipV="1">
              <a:off x="919188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8" name="Line 54"/>
            <p:cNvSpPr/>
            <p:nvPr/>
          </p:nvSpPr>
          <p:spPr>
            <a:xfrm flipV="1">
              <a:off x="999108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49" name="Line 58"/>
            <p:cNvSpPr/>
            <p:nvPr/>
          </p:nvSpPr>
          <p:spPr>
            <a:xfrm flipV="1">
              <a:off x="1078992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0" name="Line 62"/>
            <p:cNvSpPr/>
            <p:nvPr/>
          </p:nvSpPr>
          <p:spPr>
            <a:xfrm flipV="1">
              <a:off x="11589120" y="3624480"/>
              <a:ext cx="360" cy="8103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1" name="Line 63"/>
            <p:cNvSpPr/>
            <p:nvPr/>
          </p:nvSpPr>
          <p:spPr>
            <a:xfrm flipV="1">
              <a:off x="11788920" y="403128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2" name="Line 12"/>
            <p:cNvSpPr/>
            <p:nvPr/>
          </p:nvSpPr>
          <p:spPr>
            <a:xfrm flipV="1">
              <a:off x="160128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3" name="Line 16"/>
            <p:cNvSpPr/>
            <p:nvPr/>
          </p:nvSpPr>
          <p:spPr>
            <a:xfrm flipV="1">
              <a:off x="240048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4" name="Line 20"/>
            <p:cNvSpPr/>
            <p:nvPr/>
          </p:nvSpPr>
          <p:spPr>
            <a:xfrm flipV="1">
              <a:off x="319932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5" name="Line 24"/>
            <p:cNvSpPr/>
            <p:nvPr/>
          </p:nvSpPr>
          <p:spPr>
            <a:xfrm flipV="1">
              <a:off x="399852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6" name="Line 28"/>
            <p:cNvSpPr/>
            <p:nvPr/>
          </p:nvSpPr>
          <p:spPr>
            <a:xfrm flipV="1">
              <a:off x="479736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7" name="Line 32"/>
            <p:cNvSpPr/>
            <p:nvPr/>
          </p:nvSpPr>
          <p:spPr>
            <a:xfrm flipV="1">
              <a:off x="559656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8" name="Line 36"/>
            <p:cNvSpPr/>
            <p:nvPr/>
          </p:nvSpPr>
          <p:spPr>
            <a:xfrm flipV="1">
              <a:off x="639540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59" name="Line 40"/>
            <p:cNvSpPr/>
            <p:nvPr/>
          </p:nvSpPr>
          <p:spPr>
            <a:xfrm flipV="1">
              <a:off x="719460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0" name="Line 44"/>
            <p:cNvSpPr/>
            <p:nvPr/>
          </p:nvSpPr>
          <p:spPr>
            <a:xfrm flipV="1">
              <a:off x="799344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1" name="Line 48"/>
            <p:cNvSpPr/>
            <p:nvPr/>
          </p:nvSpPr>
          <p:spPr>
            <a:xfrm flipV="1">
              <a:off x="8792640" y="3224520"/>
              <a:ext cx="360" cy="281628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2" name="Line 56"/>
            <p:cNvSpPr/>
            <p:nvPr/>
          </p:nvSpPr>
          <p:spPr>
            <a:xfrm flipV="1">
              <a:off x="1039068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3" name="Line 60"/>
            <p:cNvSpPr/>
            <p:nvPr/>
          </p:nvSpPr>
          <p:spPr>
            <a:xfrm flipV="1">
              <a:off x="11189520" y="321552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4" name="Line 64"/>
            <p:cNvSpPr/>
            <p:nvPr/>
          </p:nvSpPr>
          <p:spPr>
            <a:xfrm flipV="1">
              <a:off x="11988720" y="3224520"/>
              <a:ext cx="360" cy="12103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grpSp>
      <p:pic>
        <p:nvPicPr>
          <p:cNvPr id="265" name="Picture 66" descr=""/>
          <p:cNvPicPr/>
          <p:nvPr/>
        </p:nvPicPr>
        <p:blipFill>
          <a:blip r:embed="rId3"/>
          <a:stretch/>
        </p:blipFill>
        <p:spPr>
          <a:xfrm>
            <a:off x="599400" y="6343200"/>
            <a:ext cx="1996200" cy="345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66" name="Picture 8" descr=""/>
          <p:cNvPicPr/>
          <p:nvPr/>
        </p:nvPicPr>
        <p:blipFill>
          <a:blip r:embed="rId2"/>
          <a:stretch/>
        </p:blipFill>
        <p:spPr>
          <a:xfrm>
            <a:off x="599400" y="6343200"/>
            <a:ext cx="1996200" cy="345600"/>
          </a:xfrm>
          <a:prstGeom prst="rect">
            <a:avLst/>
          </a:prstGeom>
          <a:ln w="0">
            <a:noFill/>
          </a:ln>
        </p:spPr>
      </p:pic>
      <p:sp>
        <p:nvSpPr>
          <p:cNvPr id="267"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8"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69"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270" name="PlaceHolder 1"/>
          <p:cNvSpPr>
            <a:spLocks noGrp="1"/>
          </p:cNvSpPr>
          <p:nvPr>
            <p:ph type="title"/>
          </p:nvPr>
        </p:nvSpPr>
        <p:spPr>
          <a:xfrm>
            <a:off x="970920" y="1566000"/>
            <a:ext cx="7433280" cy="1469520"/>
          </a:xfrm>
          <a:prstGeom prst="rect">
            <a:avLst/>
          </a:prstGeom>
          <a:noFill/>
          <a:ln w="0">
            <a:noFill/>
          </a:ln>
        </p:spPr>
        <p:txBody>
          <a:bodyPr lIns="0" rIns="0" tIns="0" bIns="0" anchor="b">
            <a:noAutofit/>
          </a:bodyPr>
          <a:p>
            <a:pPr indent="0" defTabSz="914400">
              <a:lnSpc>
                <a:spcPct val="94000"/>
              </a:lnSpc>
              <a:buNone/>
            </a:pPr>
            <a:r>
              <a:rPr b="0" lang="en-US" sz="3200" spc="-1" strike="noStrike">
                <a:solidFill>
                  <a:schemeClr val="dk2"/>
                </a:solidFill>
                <a:latin typeface="Arial Narrow"/>
              </a:rPr>
              <a:t>Type Title Here</a:t>
            </a:r>
            <a:br>
              <a:rPr sz="3200"/>
            </a:br>
            <a:r>
              <a:rPr b="0" lang="en-US" sz="3200" spc="-1" strike="noStrike">
                <a:solidFill>
                  <a:schemeClr val="dk2"/>
                </a:solidFill>
                <a:latin typeface="Arial Narrow"/>
              </a:rPr>
              <a:t>Not to Exceed</a:t>
            </a:r>
            <a:br>
              <a:rPr sz="3200"/>
            </a:br>
            <a:r>
              <a:rPr b="0" lang="en-US" sz="3200" spc="-1" strike="noStrike">
                <a:solidFill>
                  <a:schemeClr val="dk2"/>
                </a:solidFill>
                <a:latin typeface="Arial Narrow"/>
              </a:rPr>
              <a:t>Three Lines</a:t>
            </a:r>
            <a:endParaRPr b="0" lang="en-US" sz="3200" spc="-1" strike="noStrike">
              <a:solidFill>
                <a:schemeClr val="dk1"/>
              </a:solidFill>
              <a:latin typeface="Arial"/>
            </a:endParaRPr>
          </a:p>
        </p:txBody>
      </p:sp>
      <p:sp>
        <p:nvSpPr>
          <p:cNvPr id="271" name="PlaceHolder 2"/>
          <p:cNvSpPr>
            <a:spLocks noGrp="1"/>
          </p:cNvSpPr>
          <p:nvPr>
            <p:ph type="ftr" idx="16"/>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272" name="PlaceHolder 3"/>
          <p:cNvSpPr>
            <a:spLocks noGrp="1"/>
          </p:cNvSpPr>
          <p:nvPr>
            <p:ph type="sldNum" idx="17"/>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052A1687-EF75-40A8-9382-77854F6C7CAD}"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273" name="PlaceHolder 4"/>
          <p:cNvSpPr>
            <a:spLocks noGrp="1"/>
          </p:cNvSpPr>
          <p:nvPr>
            <p:ph type="dt" idx="18"/>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pic>
        <p:nvPicPr>
          <p:cNvPr id="274" name="Picture 8" descr=""/>
          <p:cNvPicPr/>
          <p:nvPr/>
        </p:nvPicPr>
        <p:blipFill>
          <a:blip r:embed="rId2"/>
          <a:stretch/>
        </p:blipFill>
        <p:spPr>
          <a:xfrm>
            <a:off x="599400" y="6343200"/>
            <a:ext cx="1996200" cy="345600"/>
          </a:xfrm>
          <a:prstGeom prst="rect">
            <a:avLst/>
          </a:prstGeom>
          <a:ln w="0">
            <a:noFill/>
          </a:ln>
        </p:spPr>
      </p:pic>
      <p:sp>
        <p:nvSpPr>
          <p:cNvPr id="275"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76"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77" name="TextBox 80" hidden="1"/>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278" name="PlaceHolder 1"/>
          <p:cNvSpPr>
            <a:spLocks noGrp="1"/>
          </p:cNvSpPr>
          <p:nvPr>
            <p:ph type="title"/>
          </p:nvPr>
        </p:nvSpPr>
        <p:spPr>
          <a:xfrm>
            <a:off x="970920" y="1623240"/>
            <a:ext cx="7055280" cy="434160"/>
          </a:xfrm>
          <a:prstGeom prst="rect">
            <a:avLst/>
          </a:prstGeom>
          <a:noFill/>
          <a:ln w="0">
            <a:noFill/>
          </a:ln>
        </p:spPr>
        <p:txBody>
          <a:bodyPr lIns="0" rIns="0" tIns="0" bIns="0" anchor="t">
            <a:noAutofit/>
          </a:bodyPr>
          <a:p>
            <a:pPr indent="0" defTabSz="914400">
              <a:lnSpc>
                <a:spcPct val="94000"/>
              </a:lnSpc>
              <a:buNone/>
            </a:pPr>
            <a:r>
              <a:rPr b="0" lang="en-US" sz="3200" spc="-1" strike="noStrike">
                <a:solidFill>
                  <a:schemeClr val="dk2"/>
                </a:solidFill>
                <a:latin typeface="Arial Narrow"/>
              </a:rPr>
              <a:t>Divider Slide Title</a:t>
            </a:r>
            <a:endParaRPr b="0" lang="en-US" sz="3200" spc="-1" strike="noStrike">
              <a:solidFill>
                <a:schemeClr val="dk1"/>
              </a:solidFill>
              <a:latin typeface="Arial"/>
            </a:endParaRPr>
          </a:p>
        </p:txBody>
      </p:sp>
      <p:grpSp>
        <p:nvGrpSpPr>
          <p:cNvPr id="279" name="Group 5"/>
          <p:cNvGrpSpPr/>
          <p:nvPr/>
        </p:nvGrpSpPr>
        <p:grpSpPr>
          <a:xfrm>
            <a:off x="203040" y="0"/>
            <a:ext cx="11786040" cy="2020680"/>
            <a:chOff x="203040" y="0"/>
            <a:chExt cx="11786040" cy="2020680"/>
          </a:xfrm>
        </p:grpSpPr>
        <p:sp>
          <p:nvSpPr>
            <p:cNvPr id="280" name="Line 8"/>
            <p:cNvSpPr/>
            <p:nvPr/>
          </p:nvSpPr>
          <p:spPr>
            <a:xfrm>
              <a:off x="802440" y="0"/>
              <a:ext cx="360" cy="202068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1" name="Line 49"/>
            <p:cNvSpPr/>
            <p:nvPr/>
          </p:nvSpPr>
          <p:spPr>
            <a:xfrm>
              <a:off x="8992440" y="0"/>
              <a:ext cx="360" cy="4021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2" name="Line 57"/>
            <p:cNvSpPr/>
            <p:nvPr/>
          </p:nvSpPr>
          <p:spPr>
            <a:xfrm>
              <a:off x="10590480" y="0"/>
              <a:ext cx="360" cy="40212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3" name="Line 5"/>
            <p:cNvSpPr/>
            <p:nvPr/>
          </p:nvSpPr>
          <p:spPr>
            <a:xfrm>
              <a:off x="2030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4" name="Line 7"/>
            <p:cNvSpPr/>
            <p:nvPr/>
          </p:nvSpPr>
          <p:spPr>
            <a:xfrm>
              <a:off x="6026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5" name="Line 9"/>
            <p:cNvSpPr/>
            <p:nvPr/>
          </p:nvSpPr>
          <p:spPr>
            <a:xfrm>
              <a:off x="10018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6" name="Line 11"/>
            <p:cNvSpPr/>
            <p:nvPr/>
          </p:nvSpPr>
          <p:spPr>
            <a:xfrm>
              <a:off x="14014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7" name="Line 13"/>
            <p:cNvSpPr/>
            <p:nvPr/>
          </p:nvSpPr>
          <p:spPr>
            <a:xfrm>
              <a:off x="18010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8" name="Line 15"/>
            <p:cNvSpPr/>
            <p:nvPr/>
          </p:nvSpPr>
          <p:spPr>
            <a:xfrm>
              <a:off x="22006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89" name="Line 17"/>
            <p:cNvSpPr/>
            <p:nvPr/>
          </p:nvSpPr>
          <p:spPr>
            <a:xfrm>
              <a:off x="25999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0" name="Line 19"/>
            <p:cNvSpPr/>
            <p:nvPr/>
          </p:nvSpPr>
          <p:spPr>
            <a:xfrm>
              <a:off x="29995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1" name="Line 21"/>
            <p:cNvSpPr/>
            <p:nvPr/>
          </p:nvSpPr>
          <p:spPr>
            <a:xfrm>
              <a:off x="33991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2" name="Line 23"/>
            <p:cNvSpPr/>
            <p:nvPr/>
          </p:nvSpPr>
          <p:spPr>
            <a:xfrm>
              <a:off x="37987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3" name="Line 25"/>
            <p:cNvSpPr/>
            <p:nvPr/>
          </p:nvSpPr>
          <p:spPr>
            <a:xfrm>
              <a:off x="41983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4" name="Line 27"/>
            <p:cNvSpPr/>
            <p:nvPr/>
          </p:nvSpPr>
          <p:spPr>
            <a:xfrm>
              <a:off x="45975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5" name="Line 29"/>
            <p:cNvSpPr/>
            <p:nvPr/>
          </p:nvSpPr>
          <p:spPr>
            <a:xfrm>
              <a:off x="49971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6" name="Line 31"/>
            <p:cNvSpPr/>
            <p:nvPr/>
          </p:nvSpPr>
          <p:spPr>
            <a:xfrm>
              <a:off x="53967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7" name="Line 33"/>
            <p:cNvSpPr/>
            <p:nvPr/>
          </p:nvSpPr>
          <p:spPr>
            <a:xfrm>
              <a:off x="579636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8" name="Line 35"/>
            <p:cNvSpPr/>
            <p:nvPr/>
          </p:nvSpPr>
          <p:spPr>
            <a:xfrm>
              <a:off x="61956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299" name="Line 37"/>
            <p:cNvSpPr/>
            <p:nvPr/>
          </p:nvSpPr>
          <p:spPr>
            <a:xfrm>
              <a:off x="65952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0" name="Line 39"/>
            <p:cNvSpPr/>
            <p:nvPr/>
          </p:nvSpPr>
          <p:spPr>
            <a:xfrm>
              <a:off x="69948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1" name="Line 41"/>
            <p:cNvSpPr/>
            <p:nvPr/>
          </p:nvSpPr>
          <p:spPr>
            <a:xfrm>
              <a:off x="739440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2" name="Line 43"/>
            <p:cNvSpPr/>
            <p:nvPr/>
          </p:nvSpPr>
          <p:spPr>
            <a:xfrm>
              <a:off x="77936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3" name="Line 45"/>
            <p:cNvSpPr/>
            <p:nvPr/>
          </p:nvSpPr>
          <p:spPr>
            <a:xfrm>
              <a:off x="81932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4" name="Line 47"/>
            <p:cNvSpPr/>
            <p:nvPr/>
          </p:nvSpPr>
          <p:spPr>
            <a:xfrm>
              <a:off x="859284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5" name="Line 51"/>
            <p:cNvSpPr/>
            <p:nvPr/>
          </p:nvSpPr>
          <p:spPr>
            <a:xfrm>
              <a:off x="93916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6" name="Line 52"/>
            <p:cNvSpPr/>
            <p:nvPr/>
          </p:nvSpPr>
          <p:spPr>
            <a:xfrm>
              <a:off x="9591480" y="0"/>
              <a:ext cx="360" cy="1218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7" name="Line 53"/>
            <p:cNvSpPr/>
            <p:nvPr/>
          </p:nvSpPr>
          <p:spPr>
            <a:xfrm>
              <a:off x="97912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8" name="Line 55"/>
            <p:cNvSpPr/>
            <p:nvPr/>
          </p:nvSpPr>
          <p:spPr>
            <a:xfrm>
              <a:off x="1019088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09" name="Line 59"/>
            <p:cNvSpPr/>
            <p:nvPr/>
          </p:nvSpPr>
          <p:spPr>
            <a:xfrm>
              <a:off x="109897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0" name="Line 61"/>
            <p:cNvSpPr/>
            <p:nvPr/>
          </p:nvSpPr>
          <p:spPr>
            <a:xfrm>
              <a:off x="113893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1" name="Line 6"/>
            <p:cNvSpPr/>
            <p:nvPr/>
          </p:nvSpPr>
          <p:spPr>
            <a:xfrm>
              <a:off x="40284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2" name="Line 10"/>
            <p:cNvSpPr/>
            <p:nvPr/>
          </p:nvSpPr>
          <p:spPr>
            <a:xfrm>
              <a:off x="12016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3" name="Line 14"/>
            <p:cNvSpPr/>
            <p:nvPr/>
          </p:nvSpPr>
          <p:spPr>
            <a:xfrm>
              <a:off x="20008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4" name="Line 18"/>
            <p:cNvSpPr/>
            <p:nvPr/>
          </p:nvSpPr>
          <p:spPr>
            <a:xfrm>
              <a:off x="27997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5" name="Line 22"/>
            <p:cNvSpPr/>
            <p:nvPr/>
          </p:nvSpPr>
          <p:spPr>
            <a:xfrm>
              <a:off x="35989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6" name="Line 26"/>
            <p:cNvSpPr/>
            <p:nvPr/>
          </p:nvSpPr>
          <p:spPr>
            <a:xfrm>
              <a:off x="439776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7" name="Line 30"/>
            <p:cNvSpPr/>
            <p:nvPr/>
          </p:nvSpPr>
          <p:spPr>
            <a:xfrm>
              <a:off x="519696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8" name="Line 34"/>
            <p:cNvSpPr/>
            <p:nvPr/>
          </p:nvSpPr>
          <p:spPr>
            <a:xfrm>
              <a:off x="599580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19" name="Line 38"/>
            <p:cNvSpPr/>
            <p:nvPr/>
          </p:nvSpPr>
          <p:spPr>
            <a:xfrm>
              <a:off x="679500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0" name="Line 42"/>
            <p:cNvSpPr/>
            <p:nvPr/>
          </p:nvSpPr>
          <p:spPr>
            <a:xfrm>
              <a:off x="759384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1" name="Line 46"/>
            <p:cNvSpPr/>
            <p:nvPr/>
          </p:nvSpPr>
          <p:spPr>
            <a:xfrm>
              <a:off x="839304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2" name="Line 50"/>
            <p:cNvSpPr/>
            <p:nvPr/>
          </p:nvSpPr>
          <p:spPr>
            <a:xfrm>
              <a:off x="91918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3" name="Line 54"/>
            <p:cNvSpPr/>
            <p:nvPr/>
          </p:nvSpPr>
          <p:spPr>
            <a:xfrm>
              <a:off x="999108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4" name="Line 58"/>
            <p:cNvSpPr/>
            <p:nvPr/>
          </p:nvSpPr>
          <p:spPr>
            <a:xfrm>
              <a:off x="107899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5" name="Line 62"/>
            <p:cNvSpPr/>
            <p:nvPr/>
          </p:nvSpPr>
          <p:spPr>
            <a:xfrm>
              <a:off x="11589120" y="0"/>
              <a:ext cx="360" cy="8100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6" name="Line 63"/>
            <p:cNvSpPr/>
            <p:nvPr/>
          </p:nvSpPr>
          <p:spPr>
            <a:xfrm>
              <a:off x="11788920" y="0"/>
              <a:ext cx="360" cy="40320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7" name="Line 12"/>
            <p:cNvSpPr/>
            <p:nvPr/>
          </p:nvSpPr>
          <p:spPr>
            <a:xfrm>
              <a:off x="160128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8" name="Line 16"/>
            <p:cNvSpPr/>
            <p:nvPr/>
          </p:nvSpPr>
          <p:spPr>
            <a:xfrm>
              <a:off x="240048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29" name="Line 20"/>
            <p:cNvSpPr/>
            <p:nvPr/>
          </p:nvSpPr>
          <p:spPr>
            <a:xfrm>
              <a:off x="319932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0" name="Line 24"/>
            <p:cNvSpPr/>
            <p:nvPr/>
          </p:nvSpPr>
          <p:spPr>
            <a:xfrm>
              <a:off x="399852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1" name="Line 28"/>
            <p:cNvSpPr/>
            <p:nvPr/>
          </p:nvSpPr>
          <p:spPr>
            <a:xfrm>
              <a:off x="479736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2" name="Line 32"/>
            <p:cNvSpPr/>
            <p:nvPr/>
          </p:nvSpPr>
          <p:spPr>
            <a:xfrm>
              <a:off x="559656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3" name="Line 36"/>
            <p:cNvSpPr/>
            <p:nvPr/>
          </p:nvSpPr>
          <p:spPr>
            <a:xfrm>
              <a:off x="639540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4" name="Line 40"/>
            <p:cNvSpPr/>
            <p:nvPr/>
          </p:nvSpPr>
          <p:spPr>
            <a:xfrm>
              <a:off x="719460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5" name="Line 44"/>
            <p:cNvSpPr/>
            <p:nvPr/>
          </p:nvSpPr>
          <p:spPr>
            <a:xfrm>
              <a:off x="799344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6" name="Line 48"/>
            <p:cNvSpPr/>
            <p:nvPr/>
          </p:nvSpPr>
          <p:spPr>
            <a:xfrm>
              <a:off x="879264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7" name="Line 56"/>
            <p:cNvSpPr/>
            <p:nvPr/>
          </p:nvSpPr>
          <p:spPr>
            <a:xfrm>
              <a:off x="1039068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8" name="Line 60"/>
            <p:cNvSpPr/>
            <p:nvPr/>
          </p:nvSpPr>
          <p:spPr>
            <a:xfrm>
              <a:off x="11189520" y="900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39" name="Line 64"/>
            <p:cNvSpPr/>
            <p:nvPr/>
          </p:nvSpPr>
          <p:spPr>
            <a:xfrm>
              <a:off x="11988720" y="0"/>
              <a:ext cx="360" cy="12099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grpSp>
      <p:pic>
        <p:nvPicPr>
          <p:cNvPr id="340" name="Picture 65" descr=""/>
          <p:cNvPicPr/>
          <p:nvPr/>
        </p:nvPicPr>
        <p:blipFill>
          <a:blip r:embed="rId3"/>
          <a:stretch/>
        </p:blipFill>
        <p:spPr>
          <a:xfrm>
            <a:off x="599400" y="6343200"/>
            <a:ext cx="1996200" cy="345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1" name="Picture 8" descr=""/>
          <p:cNvPicPr/>
          <p:nvPr/>
        </p:nvPicPr>
        <p:blipFill>
          <a:blip r:embed="rId2"/>
          <a:stretch/>
        </p:blipFill>
        <p:spPr>
          <a:xfrm>
            <a:off x="599400" y="6343200"/>
            <a:ext cx="1996200" cy="345600"/>
          </a:xfrm>
          <a:prstGeom prst="rect">
            <a:avLst/>
          </a:prstGeom>
          <a:ln w="0">
            <a:noFill/>
          </a:ln>
        </p:spPr>
      </p:pic>
      <p:sp>
        <p:nvSpPr>
          <p:cNvPr id="342"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43"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44"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345"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346" name="PlaceHolder 2"/>
          <p:cNvSpPr>
            <a:spLocks noGrp="1"/>
          </p:cNvSpPr>
          <p:nvPr>
            <p:ph type="body"/>
          </p:nvPr>
        </p:nvSpPr>
        <p:spPr>
          <a:xfrm>
            <a:off x="1003320" y="1371600"/>
            <a:ext cx="9562680" cy="472716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347" name="PlaceHolder 3"/>
          <p:cNvSpPr>
            <a:spLocks noGrp="1"/>
          </p:cNvSpPr>
          <p:nvPr>
            <p:ph type="ftr" idx="19"/>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348" name="PlaceHolder 4"/>
          <p:cNvSpPr>
            <a:spLocks noGrp="1"/>
          </p:cNvSpPr>
          <p:nvPr>
            <p:ph type="body"/>
          </p:nvPr>
        </p:nvSpPr>
        <p:spPr>
          <a:xfrm>
            <a:off x="1015920" y="685800"/>
            <a:ext cx="9651600" cy="456840"/>
          </a:xfrm>
          <a:prstGeom prst="rect">
            <a:avLst/>
          </a:prstGeom>
          <a:noFill/>
          <a:ln w="0">
            <a:noFill/>
          </a:ln>
        </p:spPr>
        <p:txBody>
          <a:bodyPr lIns="0" rIns="0" tIns="0" bIns="0" anchor="t">
            <a:noAutofit/>
          </a:bodyPr>
          <a:p>
            <a:pPr indent="0" defTabSz="914400">
              <a:lnSpc>
                <a:spcPct val="100000"/>
              </a:lnSpc>
              <a:spcBef>
                <a:spcPts val="1800"/>
              </a:spcBef>
              <a:buNone/>
              <a:tabLst>
                <a:tab algn="l" pos="0"/>
              </a:tabLst>
            </a:pPr>
            <a:r>
              <a:rPr b="0" lang="en-US" sz="2800" spc="-1" strike="noStrike">
                <a:solidFill>
                  <a:schemeClr val="dk2"/>
                </a:solidFill>
                <a:latin typeface="Arial Narrow"/>
              </a:rPr>
              <a:t>Add Secondary Title in Keysight Gray (28 Pt)</a:t>
            </a:r>
            <a:endParaRPr b="0" lang="en-US" sz="2800" spc="-1" strike="noStrike">
              <a:solidFill>
                <a:schemeClr val="dk1"/>
              </a:solidFill>
              <a:latin typeface="Arial"/>
            </a:endParaRPr>
          </a:p>
        </p:txBody>
      </p:sp>
      <p:sp>
        <p:nvSpPr>
          <p:cNvPr id="349" name="PlaceHolder 5"/>
          <p:cNvSpPr>
            <a:spLocks noGrp="1"/>
          </p:cNvSpPr>
          <p:nvPr>
            <p:ph type="sldNum" idx="20"/>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79A0B1D4-9D12-42D3-BA00-DFAACACEEFE4}"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350" name="PlaceHolder 6"/>
          <p:cNvSpPr>
            <a:spLocks noGrp="1"/>
          </p:cNvSpPr>
          <p:nvPr>
            <p:ph type="dt" idx="21"/>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51" name="Picture 8" descr=""/>
          <p:cNvPicPr/>
          <p:nvPr/>
        </p:nvPicPr>
        <p:blipFill>
          <a:blip r:embed="rId2"/>
          <a:stretch/>
        </p:blipFill>
        <p:spPr>
          <a:xfrm>
            <a:off x="599400" y="6343200"/>
            <a:ext cx="1996200" cy="345600"/>
          </a:xfrm>
          <a:prstGeom prst="rect">
            <a:avLst/>
          </a:prstGeom>
          <a:ln w="0">
            <a:noFill/>
          </a:ln>
        </p:spPr>
      </p:pic>
      <p:sp>
        <p:nvSpPr>
          <p:cNvPr id="352"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53"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54"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355"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356" name="PlaceHolder 2"/>
          <p:cNvSpPr>
            <a:spLocks noGrp="1"/>
          </p:cNvSpPr>
          <p:nvPr>
            <p:ph type="ftr" idx="22"/>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357" name="PlaceHolder 3"/>
          <p:cNvSpPr>
            <a:spLocks noGrp="1"/>
          </p:cNvSpPr>
          <p:nvPr>
            <p:ph type="body"/>
          </p:nvPr>
        </p:nvSpPr>
        <p:spPr>
          <a:xfrm>
            <a:off x="1015920" y="685800"/>
            <a:ext cx="9651600" cy="456840"/>
          </a:xfrm>
          <a:prstGeom prst="rect">
            <a:avLst/>
          </a:prstGeom>
          <a:noFill/>
          <a:ln w="0">
            <a:noFill/>
          </a:ln>
        </p:spPr>
        <p:txBody>
          <a:bodyPr lIns="0" rIns="0" tIns="0" bIns="0" anchor="t">
            <a:noAutofit/>
          </a:bodyPr>
          <a:p>
            <a:pPr indent="0" defTabSz="914400">
              <a:lnSpc>
                <a:spcPct val="100000"/>
              </a:lnSpc>
              <a:spcBef>
                <a:spcPts val="1800"/>
              </a:spcBef>
              <a:buNone/>
              <a:tabLst>
                <a:tab algn="l" pos="0"/>
              </a:tabLst>
            </a:pPr>
            <a:r>
              <a:rPr b="0" lang="en-US" sz="2800" spc="-1" strike="noStrike">
                <a:solidFill>
                  <a:schemeClr val="dk2"/>
                </a:solidFill>
                <a:latin typeface="Arial Narrow"/>
              </a:rPr>
              <a:t>Add Secondary Title in Keysight Gray (28 Pt)</a:t>
            </a:r>
            <a:endParaRPr b="0" lang="en-US" sz="2800" spc="-1" strike="noStrike">
              <a:solidFill>
                <a:schemeClr val="dk1"/>
              </a:solidFill>
              <a:latin typeface="Arial"/>
            </a:endParaRPr>
          </a:p>
        </p:txBody>
      </p:sp>
      <p:sp>
        <p:nvSpPr>
          <p:cNvPr id="358" name="PlaceHolder 4"/>
          <p:cNvSpPr>
            <a:spLocks noGrp="1"/>
          </p:cNvSpPr>
          <p:nvPr>
            <p:ph type="sldNum" idx="23"/>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5678FA1A-4CEF-4A96-8645-34E3778373A8}"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359" name="PlaceHolder 5"/>
          <p:cNvSpPr>
            <a:spLocks noGrp="1"/>
          </p:cNvSpPr>
          <p:nvPr>
            <p:ph type="dt" idx="24"/>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60" name="Picture 8" descr=""/>
          <p:cNvPicPr/>
          <p:nvPr/>
        </p:nvPicPr>
        <p:blipFill>
          <a:blip r:embed="rId2"/>
          <a:stretch/>
        </p:blipFill>
        <p:spPr>
          <a:xfrm>
            <a:off x="599400" y="6343200"/>
            <a:ext cx="1996200" cy="345600"/>
          </a:xfrm>
          <a:prstGeom prst="rect">
            <a:avLst/>
          </a:prstGeom>
          <a:ln w="0">
            <a:noFill/>
          </a:ln>
        </p:spPr>
      </p:pic>
      <p:sp>
        <p:nvSpPr>
          <p:cNvPr id="361"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62"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63"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364"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365" name="PlaceHolder 2"/>
          <p:cNvSpPr>
            <a:spLocks noGrp="1"/>
          </p:cNvSpPr>
          <p:nvPr>
            <p:ph type="body"/>
          </p:nvPr>
        </p:nvSpPr>
        <p:spPr>
          <a:xfrm>
            <a:off x="1003320" y="1562040"/>
            <a:ext cx="5092200" cy="457164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366" name="PlaceHolder 3"/>
          <p:cNvSpPr>
            <a:spLocks noGrp="1"/>
          </p:cNvSpPr>
          <p:nvPr>
            <p:ph type="body"/>
          </p:nvPr>
        </p:nvSpPr>
        <p:spPr>
          <a:xfrm>
            <a:off x="6502320" y="1562040"/>
            <a:ext cx="5095800" cy="457164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367" name="PlaceHolder 4"/>
          <p:cNvSpPr>
            <a:spLocks noGrp="1"/>
          </p:cNvSpPr>
          <p:nvPr>
            <p:ph type="ftr" idx="25"/>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368" name="PlaceHolder 5"/>
          <p:cNvSpPr>
            <a:spLocks noGrp="1"/>
          </p:cNvSpPr>
          <p:nvPr>
            <p:ph type="body"/>
          </p:nvPr>
        </p:nvSpPr>
        <p:spPr>
          <a:xfrm>
            <a:off x="1015920" y="685800"/>
            <a:ext cx="9651600" cy="456840"/>
          </a:xfrm>
          <a:prstGeom prst="rect">
            <a:avLst/>
          </a:prstGeom>
          <a:noFill/>
          <a:ln w="0">
            <a:noFill/>
          </a:ln>
        </p:spPr>
        <p:txBody>
          <a:bodyPr lIns="0" rIns="0" tIns="0" bIns="0" anchor="t">
            <a:noAutofit/>
          </a:bodyPr>
          <a:p>
            <a:pPr indent="0" defTabSz="914400">
              <a:lnSpc>
                <a:spcPct val="100000"/>
              </a:lnSpc>
              <a:spcBef>
                <a:spcPts val="1800"/>
              </a:spcBef>
              <a:buNone/>
              <a:tabLst>
                <a:tab algn="l" pos="0"/>
              </a:tabLst>
            </a:pPr>
            <a:r>
              <a:rPr b="0" lang="en-US" sz="2800" spc="-1" strike="noStrike">
                <a:solidFill>
                  <a:schemeClr val="dk2"/>
                </a:solidFill>
                <a:latin typeface="Arial Narrow"/>
              </a:rPr>
              <a:t>Add Secondary Title in Keysight Gray (28 Pt)</a:t>
            </a:r>
            <a:endParaRPr b="0" lang="en-US" sz="2800" spc="-1" strike="noStrike">
              <a:solidFill>
                <a:schemeClr val="dk1"/>
              </a:solidFill>
              <a:latin typeface="Arial"/>
            </a:endParaRPr>
          </a:p>
        </p:txBody>
      </p:sp>
      <p:sp>
        <p:nvSpPr>
          <p:cNvPr id="369" name="PlaceHolder 6"/>
          <p:cNvSpPr>
            <a:spLocks noGrp="1"/>
          </p:cNvSpPr>
          <p:nvPr>
            <p:ph type="sldNum" idx="26"/>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75792928-97D3-4F6F-AB83-FAD02954E39E}"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370" name="PlaceHolder 7"/>
          <p:cNvSpPr>
            <a:spLocks noGrp="1"/>
          </p:cNvSpPr>
          <p:nvPr>
            <p:ph type="dt" idx="27"/>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71" name="Picture 8" descr=""/>
          <p:cNvPicPr/>
          <p:nvPr/>
        </p:nvPicPr>
        <p:blipFill>
          <a:blip r:embed="rId2"/>
          <a:stretch/>
        </p:blipFill>
        <p:spPr>
          <a:xfrm>
            <a:off x="599400" y="6343200"/>
            <a:ext cx="1996200" cy="345600"/>
          </a:xfrm>
          <a:prstGeom prst="rect">
            <a:avLst/>
          </a:prstGeom>
          <a:ln w="0">
            <a:noFill/>
          </a:ln>
        </p:spPr>
      </p:pic>
      <p:sp>
        <p:nvSpPr>
          <p:cNvPr id="372"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73"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74"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375"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376" name="PlaceHolder 2"/>
          <p:cNvSpPr>
            <a:spLocks noGrp="1"/>
          </p:cNvSpPr>
          <p:nvPr>
            <p:ph type="body"/>
          </p:nvPr>
        </p:nvSpPr>
        <p:spPr>
          <a:xfrm>
            <a:off x="1003320" y="1211760"/>
            <a:ext cx="509580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800" spc="-1" strike="noStrike">
                <a:solidFill>
                  <a:schemeClr val="dk1"/>
                </a:solidFill>
                <a:latin typeface="Arial"/>
              </a:rPr>
              <a:t>Click to Type Subtitle 1</a:t>
            </a:r>
            <a:endParaRPr b="0" lang="en-US" sz="1800" spc="-1" strike="noStrike">
              <a:solidFill>
                <a:schemeClr val="dk1"/>
              </a:solidFill>
              <a:latin typeface="Arial"/>
            </a:endParaRPr>
          </a:p>
        </p:txBody>
      </p:sp>
      <p:sp>
        <p:nvSpPr>
          <p:cNvPr id="377" name="PlaceHolder 3"/>
          <p:cNvSpPr>
            <a:spLocks noGrp="1"/>
          </p:cNvSpPr>
          <p:nvPr>
            <p:ph type="body"/>
          </p:nvPr>
        </p:nvSpPr>
        <p:spPr>
          <a:xfrm>
            <a:off x="1003320" y="1912320"/>
            <a:ext cx="5095800" cy="42058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378" name="PlaceHolder 4"/>
          <p:cNvSpPr>
            <a:spLocks noGrp="1"/>
          </p:cNvSpPr>
          <p:nvPr>
            <p:ph type="body"/>
          </p:nvPr>
        </p:nvSpPr>
        <p:spPr>
          <a:xfrm>
            <a:off x="6502320" y="1211760"/>
            <a:ext cx="509580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800" spc="-1" strike="noStrike">
                <a:solidFill>
                  <a:schemeClr val="dk1"/>
                </a:solidFill>
                <a:latin typeface="Arial"/>
              </a:rPr>
              <a:t>Click to Type Subtitle 2</a:t>
            </a:r>
            <a:endParaRPr b="0" lang="en-US" sz="1800" spc="-1" strike="noStrike">
              <a:solidFill>
                <a:schemeClr val="dk1"/>
              </a:solidFill>
              <a:latin typeface="Arial"/>
            </a:endParaRPr>
          </a:p>
        </p:txBody>
      </p:sp>
      <p:sp>
        <p:nvSpPr>
          <p:cNvPr id="379" name="PlaceHolder 5"/>
          <p:cNvSpPr>
            <a:spLocks noGrp="1"/>
          </p:cNvSpPr>
          <p:nvPr>
            <p:ph type="body"/>
          </p:nvPr>
        </p:nvSpPr>
        <p:spPr>
          <a:xfrm>
            <a:off x="6502320" y="1912320"/>
            <a:ext cx="5095800" cy="42058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380" name="PlaceHolder 6"/>
          <p:cNvSpPr>
            <a:spLocks noGrp="1"/>
          </p:cNvSpPr>
          <p:nvPr>
            <p:ph type="ftr" idx="28"/>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381" name="PlaceHolder 7"/>
          <p:cNvSpPr>
            <a:spLocks noGrp="1"/>
          </p:cNvSpPr>
          <p:nvPr>
            <p:ph type="sldNum" idx="29"/>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2803083B-C3A6-4FE0-8E7C-36FA16A88222}"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382" name="PlaceHolder 8"/>
          <p:cNvSpPr>
            <a:spLocks noGrp="1"/>
          </p:cNvSpPr>
          <p:nvPr>
            <p:ph type="dt" idx="30"/>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3" name="Picture 8" descr=""/>
          <p:cNvPicPr/>
          <p:nvPr/>
        </p:nvPicPr>
        <p:blipFill>
          <a:blip r:embed="rId2"/>
          <a:stretch/>
        </p:blipFill>
        <p:spPr>
          <a:xfrm>
            <a:off x="599400" y="6343200"/>
            <a:ext cx="1996200" cy="345600"/>
          </a:xfrm>
          <a:prstGeom prst="rect">
            <a:avLst/>
          </a:prstGeom>
          <a:ln w="0">
            <a:noFill/>
          </a:ln>
        </p:spPr>
      </p:pic>
      <p:sp>
        <p:nvSpPr>
          <p:cNvPr id="384" name="Line 7"/>
          <p:cNvSpPr/>
          <p:nvPr/>
        </p:nvSpPr>
        <p:spPr>
          <a:xfrm>
            <a:off x="898992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85" name="Line 7"/>
          <p:cNvSpPr/>
          <p:nvPr/>
        </p:nvSpPr>
        <p:spPr>
          <a:xfrm>
            <a:off x="10588680" y="6264000"/>
            <a:ext cx="360" cy="403560"/>
          </a:xfrm>
          <a:prstGeom prst="line">
            <a:avLst/>
          </a:prstGeom>
          <a:ln w="6350">
            <a:solidFill>
              <a:srgbClr val="e90029"/>
            </a:solidFill>
            <a:miter/>
          </a:ln>
        </p:spPr>
        <p:style>
          <a:lnRef idx="0"/>
          <a:fillRef idx="0"/>
          <a:effectRef idx="0"/>
          <a:fontRef idx="minor"/>
        </p:style>
        <p:txBody>
          <a:bodyPr numCol="1" spcCol="0" anchor="t">
            <a:noAutofit/>
          </a:bodyPr>
          <a:p>
            <a:endParaRPr b="0" lang="en-US" sz="1800" spc="-1" strike="noStrike">
              <a:solidFill>
                <a:schemeClr val="dk1"/>
              </a:solidFill>
              <a:latin typeface="Arial"/>
            </a:endParaRPr>
          </a:p>
        </p:txBody>
      </p:sp>
      <p:sp>
        <p:nvSpPr>
          <p:cNvPr id="386" name="TextBox 80"/>
          <p:cNvSpPr/>
          <p:nvPr/>
        </p:nvSpPr>
        <p:spPr>
          <a:xfrm>
            <a:off x="10738440" y="6554160"/>
            <a:ext cx="267840" cy="150840"/>
          </a:xfrm>
          <a:prstGeom prst="rect">
            <a:avLst/>
          </a:prstGeom>
          <a:noFill/>
          <a:ln w="0">
            <a:noFill/>
          </a:ln>
        </p:spPr>
        <p:style>
          <a:lnRef idx="0"/>
          <a:fillRef idx="0"/>
          <a:effectRef idx="0"/>
          <a:fontRef idx="minor"/>
        </p:style>
        <p:txBody>
          <a:bodyPr wrap="none" lIns="0" rIns="0" tIns="0" bIns="0" anchor="b">
            <a:spAutoFit/>
          </a:bodyPr>
          <a:p>
            <a:pPr defTabSz="914400">
              <a:lnSpc>
                <a:spcPct val="110000"/>
              </a:lnSpc>
            </a:pPr>
            <a:r>
              <a:rPr b="0" lang="en-US" sz="900" spc="-1" strike="noStrike">
                <a:solidFill>
                  <a:srgbClr val="e90029"/>
                </a:solidFill>
                <a:latin typeface="Arial"/>
              </a:rPr>
              <a:t>Page</a:t>
            </a:r>
            <a:endParaRPr b="0" lang="de-DE" sz="900" spc="-1" strike="noStrike">
              <a:solidFill>
                <a:srgbClr val="000000"/>
              </a:solidFill>
              <a:latin typeface="Arial"/>
            </a:endParaRPr>
          </a:p>
        </p:txBody>
      </p:sp>
      <p:sp>
        <p:nvSpPr>
          <p:cNvPr id="387"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Click to edit Master title style</a:t>
            </a:r>
            <a:endParaRPr b="0" lang="en-US" sz="3200" spc="-1" strike="noStrike">
              <a:solidFill>
                <a:schemeClr val="dk1"/>
              </a:solidFill>
              <a:latin typeface="Arial"/>
            </a:endParaRPr>
          </a:p>
        </p:txBody>
      </p:sp>
      <p:sp>
        <p:nvSpPr>
          <p:cNvPr id="388" name="PlaceHolder 2"/>
          <p:cNvSpPr>
            <a:spLocks noGrp="1"/>
          </p:cNvSpPr>
          <p:nvPr>
            <p:ph type="body"/>
          </p:nvPr>
        </p:nvSpPr>
        <p:spPr>
          <a:xfrm>
            <a:off x="1003320" y="1211760"/>
            <a:ext cx="659592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800" spc="-1" strike="noStrike">
                <a:solidFill>
                  <a:schemeClr val="dk1"/>
                </a:solidFill>
                <a:latin typeface="Arial"/>
              </a:rPr>
              <a:t>Click to Type Subtitle 1</a:t>
            </a:r>
            <a:endParaRPr b="0" lang="en-US" sz="1800" spc="-1" strike="noStrike">
              <a:solidFill>
                <a:schemeClr val="dk1"/>
              </a:solidFill>
              <a:latin typeface="Arial"/>
            </a:endParaRPr>
          </a:p>
        </p:txBody>
      </p:sp>
      <p:sp>
        <p:nvSpPr>
          <p:cNvPr id="389" name="PlaceHolder 3"/>
          <p:cNvSpPr>
            <a:spLocks noGrp="1"/>
          </p:cNvSpPr>
          <p:nvPr>
            <p:ph type="body"/>
          </p:nvPr>
        </p:nvSpPr>
        <p:spPr>
          <a:xfrm>
            <a:off x="1003320" y="1912320"/>
            <a:ext cx="6595920" cy="420588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Click to edit Master text styles</a:t>
            </a:r>
            <a:endParaRPr b="0" lang="en-US" sz="1800" spc="-1" strike="noStrike">
              <a:solidFill>
                <a:schemeClr val="dk1"/>
              </a:solidFill>
              <a:latin typeface="Arial"/>
            </a:endParaRPr>
          </a:p>
          <a:p>
            <a:pPr lvl="1" marL="587520" indent="-169920" defTabSz="914400">
              <a:lnSpc>
                <a:spcPct val="100000"/>
              </a:lnSpc>
              <a:spcBef>
                <a:spcPts val="1001"/>
              </a:spcBef>
              <a:buClr>
                <a:srgbClr val="000000"/>
              </a:buClr>
              <a:buFont typeface="Arial"/>
              <a:buChar char="•"/>
            </a:pPr>
            <a:r>
              <a:rPr b="0" lang="en-US" sz="1800" spc="-1" strike="noStrike">
                <a:solidFill>
                  <a:schemeClr val="dk1"/>
                </a:solidFill>
                <a:latin typeface="Arial"/>
              </a:rPr>
              <a:t>Second level</a:t>
            </a:r>
            <a:endParaRPr b="0" lang="en-US" sz="1800" spc="-1" strike="noStrike">
              <a:solidFill>
                <a:srgbClr val="9c9c9c"/>
              </a:solidFill>
              <a:latin typeface="Arial"/>
            </a:endParaRPr>
          </a:p>
          <a:p>
            <a:pPr lvl="2" marL="898560" indent="-155520" defTabSz="893880">
              <a:lnSpc>
                <a:spcPct val="100000"/>
              </a:lnSpc>
              <a:spcBef>
                <a:spcPts val="601"/>
              </a:spcBef>
              <a:buClr>
                <a:srgbClr val="9c9c9c"/>
              </a:buClr>
              <a:buFont typeface="Arial"/>
              <a:buChar char="-"/>
            </a:pPr>
            <a:r>
              <a:rPr b="0" lang="en-US" sz="1800" spc="-1" strike="noStrike">
                <a:solidFill>
                  <a:srgbClr val="9c9c9c"/>
                </a:solidFill>
                <a:latin typeface="Arial"/>
              </a:rPr>
              <a:t>Third level</a:t>
            </a:r>
            <a:endParaRPr b="0" lang="en-US" sz="1800" spc="-1" strike="noStrike">
              <a:solidFill>
                <a:schemeClr val="dk1"/>
              </a:solidFill>
              <a:latin typeface="Arial"/>
            </a:endParaRPr>
          </a:p>
          <a:p>
            <a:pPr lvl="3" marL="1177920" indent="-162000" defTabSz="914400">
              <a:lnSpc>
                <a:spcPct val="100000"/>
              </a:lnSpc>
              <a:spcBef>
                <a:spcPts val="400"/>
              </a:spcBef>
              <a:buClr>
                <a:srgbClr val="000000"/>
              </a:buClr>
              <a:buFont typeface="Arial"/>
              <a:buChar char="•"/>
            </a:pPr>
            <a:r>
              <a:rPr b="0" lang="en-US" sz="1800" spc="-1" strike="noStrike">
                <a:solidFill>
                  <a:schemeClr val="dk1"/>
                </a:solidFill>
                <a:latin typeface="Arial"/>
              </a:rPr>
              <a:t>Fourth level</a:t>
            </a:r>
            <a:endParaRPr b="0" lang="en-US" sz="1800" spc="-1" strike="noStrike">
              <a:solidFill>
                <a:srgbClr val="9c9c9c"/>
              </a:solidFill>
              <a:latin typeface="Arial"/>
            </a:endParaRPr>
          </a:p>
          <a:p>
            <a:pPr lvl="4" marL="1482840" indent="-171360" defTabSz="914400">
              <a:lnSpc>
                <a:spcPct val="100000"/>
              </a:lnSpc>
              <a:spcBef>
                <a:spcPts val="300"/>
              </a:spcBef>
              <a:buClr>
                <a:srgbClr val="9c9c9c"/>
              </a:buClr>
              <a:buFont typeface="Arial"/>
              <a:buChar char="-"/>
            </a:pPr>
            <a:r>
              <a:rPr b="0" lang="en-US" sz="1800" spc="-1" strike="noStrike">
                <a:solidFill>
                  <a:srgbClr val="9c9c9c"/>
                </a:solidFill>
                <a:latin typeface="Arial"/>
              </a:rPr>
              <a:t>Fifth level</a:t>
            </a:r>
            <a:endParaRPr b="0" lang="en-US" sz="1800" spc="-1" strike="noStrike">
              <a:solidFill>
                <a:srgbClr val="9c9c9c"/>
              </a:solidFill>
              <a:latin typeface="Arial"/>
            </a:endParaRPr>
          </a:p>
        </p:txBody>
      </p:sp>
      <p:sp>
        <p:nvSpPr>
          <p:cNvPr id="390" name="PlaceHolder 4"/>
          <p:cNvSpPr>
            <a:spLocks noGrp="1"/>
          </p:cNvSpPr>
          <p:nvPr>
            <p:ph type="body"/>
          </p:nvPr>
        </p:nvSpPr>
        <p:spPr>
          <a:xfrm>
            <a:off x="7995960" y="1211760"/>
            <a:ext cx="3585960" cy="639360"/>
          </a:xfrm>
          <a:prstGeom prst="rect">
            <a:avLst/>
          </a:prstGeom>
          <a:noFill/>
          <a:ln w="0">
            <a:noFill/>
          </a:ln>
        </p:spPr>
        <p:txBody>
          <a:bodyPr lIns="0" rIns="0" tIns="0" bIns="0" anchor="b">
            <a:noAutofit/>
          </a:bodyPr>
          <a:p>
            <a:pPr indent="0" defTabSz="914400">
              <a:lnSpc>
                <a:spcPct val="100000"/>
              </a:lnSpc>
              <a:spcBef>
                <a:spcPts val="1800"/>
              </a:spcBef>
              <a:buNone/>
              <a:tabLst>
                <a:tab algn="l" pos="0"/>
              </a:tabLst>
            </a:pPr>
            <a:r>
              <a:rPr b="1" lang="en-US" sz="1200" spc="-1" strike="noStrike">
                <a:solidFill>
                  <a:schemeClr val="dk1"/>
                </a:solidFill>
                <a:latin typeface="Arial"/>
              </a:rPr>
              <a:t>Click to Type Subtitle 2</a:t>
            </a:r>
            <a:endParaRPr b="0" lang="en-US" sz="1200" spc="-1" strike="noStrike">
              <a:solidFill>
                <a:schemeClr val="dk1"/>
              </a:solidFill>
              <a:latin typeface="Arial"/>
            </a:endParaRPr>
          </a:p>
        </p:txBody>
      </p:sp>
      <p:sp>
        <p:nvSpPr>
          <p:cNvPr id="391" name="PlaceHolder 5"/>
          <p:cNvSpPr>
            <a:spLocks noGrp="1"/>
          </p:cNvSpPr>
          <p:nvPr>
            <p:ph type="body"/>
          </p:nvPr>
        </p:nvSpPr>
        <p:spPr>
          <a:xfrm>
            <a:off x="7995960" y="1912320"/>
            <a:ext cx="3585960" cy="4205880"/>
          </a:xfrm>
          <a:prstGeom prst="rect">
            <a:avLst/>
          </a:prstGeom>
          <a:noFill/>
          <a:ln w="0">
            <a:noFill/>
          </a:ln>
        </p:spPr>
        <p:txBody>
          <a:bodyPr lIns="0" rIns="0" tIns="0" bIns="0" anchor="t">
            <a:noAutofit/>
          </a:bodyPr>
          <a:p>
            <a:pPr marL="130320" indent="-130320" defTabSz="914400">
              <a:lnSpc>
                <a:spcPct val="100000"/>
              </a:lnSpc>
              <a:spcBef>
                <a:spcPts val="799"/>
              </a:spcBef>
              <a:buClr>
                <a:srgbClr val="000000"/>
              </a:buClr>
              <a:buFont typeface="Arial"/>
              <a:buChar char="–"/>
            </a:pPr>
            <a:r>
              <a:rPr b="0" lang="en-US" sz="1200" spc="-1" strike="noStrike">
                <a:solidFill>
                  <a:schemeClr val="dk1"/>
                </a:solidFill>
                <a:latin typeface="Arial"/>
              </a:rPr>
              <a:t>Click to edit Master text styles</a:t>
            </a:r>
            <a:endParaRPr b="0" lang="en-US" sz="1200" spc="-1" strike="noStrike">
              <a:solidFill>
                <a:schemeClr val="dk1"/>
              </a:solidFill>
              <a:latin typeface="Arial"/>
            </a:endParaRPr>
          </a:p>
          <a:p>
            <a:pPr lvl="1" marL="347760" indent="-114480" defTabSz="914400">
              <a:lnSpc>
                <a:spcPct val="100000"/>
              </a:lnSpc>
              <a:spcBef>
                <a:spcPts val="300"/>
              </a:spcBef>
              <a:buClr>
                <a:srgbClr val="000000"/>
              </a:buClr>
              <a:buFont typeface="Arial"/>
              <a:buChar char="•"/>
            </a:pPr>
            <a:r>
              <a:rPr b="0" lang="en-US" sz="1200" spc="-1" strike="noStrike">
                <a:solidFill>
                  <a:schemeClr val="dk1"/>
                </a:solidFill>
                <a:latin typeface="Arial"/>
              </a:rPr>
              <a:t>Second level</a:t>
            </a:r>
            <a:endParaRPr b="0" lang="en-US" sz="1200" spc="-1" strike="noStrike">
              <a:solidFill>
                <a:srgbClr val="9c9c9c"/>
              </a:solidFill>
              <a:latin typeface="Arial"/>
            </a:endParaRPr>
          </a:p>
          <a:p>
            <a:pPr lvl="2" marL="576360" indent="-114480" defTabSz="893880">
              <a:lnSpc>
                <a:spcPct val="100000"/>
              </a:lnSpc>
              <a:spcBef>
                <a:spcPts val="201"/>
              </a:spcBef>
              <a:buClr>
                <a:srgbClr val="9c9c9c"/>
              </a:buClr>
              <a:buFont typeface="Arial"/>
              <a:buChar char="-"/>
            </a:pPr>
            <a:r>
              <a:rPr b="0" lang="en-US" sz="1200" spc="-1" strike="noStrike">
                <a:solidFill>
                  <a:srgbClr val="9c9c9c"/>
                </a:solidFill>
                <a:latin typeface="Arial"/>
              </a:rPr>
              <a:t>Third level</a:t>
            </a:r>
            <a:endParaRPr b="0" lang="en-US" sz="1200" spc="-1" strike="noStrike">
              <a:solidFill>
                <a:schemeClr val="dk1"/>
              </a:solidFill>
              <a:latin typeface="Arial"/>
            </a:endParaRPr>
          </a:p>
          <a:p>
            <a:pPr lvl="3" marL="804960" indent="-114480" defTabSz="914400">
              <a:lnSpc>
                <a:spcPct val="100000"/>
              </a:lnSpc>
              <a:spcBef>
                <a:spcPts val="201"/>
              </a:spcBef>
              <a:buClr>
                <a:srgbClr val="000000"/>
              </a:buClr>
              <a:buFont typeface="Arial"/>
              <a:buChar char="•"/>
            </a:pPr>
            <a:r>
              <a:rPr b="0" lang="en-US" sz="1000" spc="-1" strike="noStrike">
                <a:solidFill>
                  <a:schemeClr val="dk1"/>
                </a:solidFill>
                <a:latin typeface="Arial"/>
              </a:rPr>
              <a:t>Fourth level</a:t>
            </a:r>
            <a:endParaRPr b="0" lang="en-US" sz="1000" spc="-1" strike="noStrike">
              <a:solidFill>
                <a:srgbClr val="9c9c9c"/>
              </a:solidFill>
              <a:latin typeface="Arial"/>
            </a:endParaRPr>
          </a:p>
          <a:p>
            <a:pPr lvl="4" marL="971640" indent="-114480" defTabSz="914400">
              <a:lnSpc>
                <a:spcPct val="100000"/>
              </a:lnSpc>
              <a:spcBef>
                <a:spcPts val="201"/>
              </a:spcBef>
              <a:buClr>
                <a:srgbClr val="9c9c9c"/>
              </a:buClr>
              <a:buFont typeface="Arial"/>
              <a:buChar char="-"/>
            </a:pPr>
            <a:r>
              <a:rPr b="0" lang="en-US" sz="1000" spc="-1" strike="noStrike">
                <a:solidFill>
                  <a:srgbClr val="9c9c9c"/>
                </a:solidFill>
                <a:latin typeface="Arial"/>
              </a:rPr>
              <a:t>Fifth level</a:t>
            </a:r>
            <a:endParaRPr b="0" lang="en-US" sz="1000" spc="-1" strike="noStrike">
              <a:solidFill>
                <a:srgbClr val="9c9c9c"/>
              </a:solidFill>
              <a:latin typeface="Arial"/>
            </a:endParaRPr>
          </a:p>
        </p:txBody>
      </p:sp>
      <p:sp>
        <p:nvSpPr>
          <p:cNvPr id="392" name="PlaceHolder 6"/>
          <p:cNvSpPr>
            <a:spLocks noGrp="1"/>
          </p:cNvSpPr>
          <p:nvPr>
            <p:ph type="ftr" idx="31"/>
          </p:nvPr>
        </p:nvSpPr>
        <p:spPr>
          <a:xfrm>
            <a:off x="9181080" y="6241320"/>
            <a:ext cx="1384920" cy="46368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r>
              <a:rPr b="0" lang="en-US" sz="900" spc="-1" strike="noStrike">
                <a:solidFill>
                  <a:srgbClr val="e90029"/>
                </a:solidFill>
                <a:latin typeface="Arial"/>
              </a:rPr>
              <a:t>&lt;Fußzeile&gt;</a:t>
            </a:r>
            <a:endParaRPr b="0" lang="de-DE" sz="900" spc="-1" strike="noStrike">
              <a:solidFill>
                <a:srgbClr val="000000"/>
              </a:solidFill>
              <a:latin typeface="Times New Roman"/>
            </a:endParaRPr>
          </a:p>
        </p:txBody>
      </p:sp>
      <p:sp>
        <p:nvSpPr>
          <p:cNvPr id="393" name="PlaceHolder 7"/>
          <p:cNvSpPr>
            <a:spLocks noGrp="1"/>
          </p:cNvSpPr>
          <p:nvPr>
            <p:ph type="sldNum" idx="32"/>
          </p:nvPr>
        </p:nvSpPr>
        <p:spPr>
          <a:xfrm>
            <a:off x="11215440" y="6492960"/>
            <a:ext cx="366840" cy="212400"/>
          </a:xfrm>
          <a:prstGeom prst="rect">
            <a:avLst/>
          </a:prstGeom>
          <a:noFill/>
          <a:ln w="0">
            <a:noFill/>
          </a:ln>
        </p:spPr>
        <p:txBody>
          <a:bodyPr lIns="0" rIns="0" tIns="0" bIns="0" anchor="b">
            <a:noAutofit/>
          </a:bodyPr>
          <a:lstStyle>
            <a:lvl1pPr indent="0" defTabSz="914400">
              <a:lnSpc>
                <a:spcPct val="110000"/>
              </a:lnSpc>
              <a:buNone/>
              <a:defRPr b="0" lang="en-US" sz="900" spc="-1" strike="noStrike">
                <a:solidFill>
                  <a:srgbClr val="e90029"/>
                </a:solidFill>
                <a:latin typeface="Arial"/>
              </a:defRPr>
            </a:lvl1pPr>
          </a:lstStyle>
          <a:p>
            <a:pPr indent="0" defTabSz="914400">
              <a:lnSpc>
                <a:spcPct val="110000"/>
              </a:lnSpc>
              <a:buNone/>
            </a:pPr>
            <a:fld id="{CABD0379-59C9-4E59-8BE1-CBA8777D70C0}" type="slidenum">
              <a:rPr b="0" lang="en-US" sz="900" spc="-1" strike="noStrike">
                <a:solidFill>
                  <a:srgbClr val="e90029"/>
                </a:solidFill>
                <a:latin typeface="Arial"/>
              </a:rPr>
              <a:t>&lt;Foliennummer&gt;</a:t>
            </a:fld>
            <a:endParaRPr b="0" lang="de-DE" sz="900" spc="-1" strike="noStrike">
              <a:solidFill>
                <a:srgbClr val="000000"/>
              </a:solidFill>
              <a:latin typeface="Times New Roman"/>
            </a:endParaRPr>
          </a:p>
        </p:txBody>
      </p:sp>
      <p:sp>
        <p:nvSpPr>
          <p:cNvPr id="394" name="PlaceHolder 8"/>
          <p:cNvSpPr>
            <a:spLocks noGrp="1"/>
          </p:cNvSpPr>
          <p:nvPr>
            <p:ph type="dt" idx="33"/>
          </p:nvPr>
        </p:nvSpPr>
        <p:spPr>
          <a:xfrm>
            <a:off x="10738080" y="6150960"/>
            <a:ext cx="1453680" cy="364680"/>
          </a:xfrm>
          <a:prstGeom prst="rect">
            <a:avLst/>
          </a:prstGeom>
          <a:noFill/>
          <a:ln w="0">
            <a:noFill/>
          </a:ln>
        </p:spPr>
        <p:txBody>
          <a:bodyPr lIns="0" rIns="0" tIns="0" bIns="0" anchor="b">
            <a:noAutofit/>
          </a:bodyPr>
          <a:lstStyle>
            <a:lvl1pPr indent="0" defTabSz="914400">
              <a:lnSpc>
                <a:spcPct val="100000"/>
              </a:lnSpc>
              <a:buNone/>
              <a:defRPr b="0" lang="en-US" sz="900" spc="-1" strike="noStrike">
                <a:solidFill>
                  <a:schemeClr val="accent5"/>
                </a:solidFill>
                <a:latin typeface="Arial"/>
              </a:defRPr>
            </a:lvl1pPr>
          </a:lstStyle>
          <a:p>
            <a:pPr indent="0" defTabSz="914400">
              <a:lnSpc>
                <a:spcPct val="100000"/>
              </a:lnSpc>
              <a:buNone/>
            </a:pPr>
            <a:r>
              <a:rPr b="0" lang="en-US" sz="900" spc="-1" strike="noStrike">
                <a:solidFill>
                  <a:schemeClr val="accent5"/>
                </a:solidFill>
                <a:latin typeface="Arial"/>
              </a:rPr>
              <a:t>&lt;Datum/Uhrzeit&gt;</a:t>
            </a:r>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hyperlink" Target="http://simple.wikipedia.org/wiki/File:Oscilloscope_diagram.png" TargetMode="External"/><Relationship Id="rId2" Type="http://schemas.openxmlformats.org/officeDocument/2006/relationships/image" Target="../media/image4.png"/><Relationship Id="rId3" Type="http://schemas.openxmlformats.org/officeDocument/2006/relationships/slideLayout" Target="../slideLayouts/slideLayout10.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http://en.wikipedia.org/wiki/File:ScopeProbe.JPG" TargetMode="External"/><Relationship Id="rId2" Type="http://schemas.openxmlformats.org/officeDocument/2006/relationships/image" Target="../media/image5.jpeg"/><Relationship Id="rId3" Type="http://schemas.openxmlformats.org/officeDocument/2006/relationships/slideLayout" Target="../slideLayouts/slideLayout12.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6.png"/><Relationship Id="rId3" Type="http://schemas.openxmlformats.org/officeDocument/2006/relationships/slideLayout" Target="../slideLayouts/slideLayout1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0.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0.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0.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tif"/><Relationship Id="rId5" Type="http://schemas.openxmlformats.org/officeDocument/2006/relationships/slideLayout" Target="../slideLayouts/slideLayout11.xml"/><Relationship Id="rId6"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1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0.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0.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slideLayout" Target="../slideLayouts/slideLayout11.xml"/><Relationship Id="rId5"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11.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10.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image" Target="../media/image33.png"/><Relationship Id="rId3" Type="http://schemas.openxmlformats.org/officeDocument/2006/relationships/slideLayout" Target="../slideLayouts/slideLayout1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1003320" y="1523880"/>
            <a:ext cx="5574960" cy="616320"/>
          </a:xfrm>
          <a:prstGeom prst="rect">
            <a:avLst/>
          </a:prstGeom>
          <a:noFill/>
          <a:ln w="0">
            <a:noFill/>
          </a:ln>
        </p:spPr>
        <p:txBody>
          <a:bodyPr lIns="0" rIns="0" tIns="0" bIns="0" anchor="t">
            <a:noAutofit/>
          </a:bodyPr>
          <a:p>
            <a:pPr indent="0" defTabSz="914400">
              <a:lnSpc>
                <a:spcPct val="94000"/>
              </a:lnSpc>
              <a:buNone/>
            </a:pPr>
            <a:r>
              <a:rPr b="0" lang="en-US" sz="4000" spc="-1" strike="noStrike">
                <a:solidFill>
                  <a:schemeClr val="dk2"/>
                </a:solidFill>
                <a:latin typeface="Arial Narrow"/>
              </a:rPr>
              <a:t>Oscilloscopes Fundamentals</a:t>
            </a:r>
            <a:br>
              <a:rPr sz="3200"/>
            </a:br>
            <a:endParaRPr b="0" lang="en-US" sz="4000" spc="-1" strike="noStrike">
              <a:solidFill>
                <a:schemeClr val="dk1"/>
              </a:solidFill>
              <a:latin typeface="Arial"/>
            </a:endParaRPr>
          </a:p>
        </p:txBody>
      </p:sp>
      <p:sp>
        <p:nvSpPr>
          <p:cNvPr id="402" name="PlaceHolder 2"/>
          <p:cNvSpPr>
            <a:spLocks noGrp="1"/>
          </p:cNvSpPr>
          <p:nvPr>
            <p:ph/>
          </p:nvPr>
        </p:nvSpPr>
        <p:spPr>
          <a:xfrm>
            <a:off x="1003320" y="2337120"/>
            <a:ext cx="4330440" cy="405720"/>
          </a:xfrm>
          <a:prstGeom prst="rect">
            <a:avLst/>
          </a:prstGeom>
          <a:noFill/>
          <a:ln w="0">
            <a:noFill/>
          </a:ln>
        </p:spPr>
        <p:txBody>
          <a:bodyPr lIns="0" rIns="0" tIns="0" bIns="0" anchor="t">
            <a:noAutofit/>
          </a:bodyPr>
          <a:p>
            <a:pPr indent="0" defTabSz="914400">
              <a:lnSpc>
                <a:spcPct val="100000"/>
              </a:lnSpc>
              <a:buNone/>
              <a:tabLst>
                <a:tab algn="l" pos="0"/>
              </a:tabLst>
            </a:pPr>
            <a:r>
              <a:rPr b="0" lang="en-US" sz="2400" spc="-1" strike="noStrike">
                <a:solidFill>
                  <a:schemeClr val="dk2"/>
                </a:solidFill>
                <a:latin typeface="Arial"/>
              </a:rPr>
              <a:t>For Engineering Students </a:t>
            </a:r>
            <a:endParaRPr b="0" lang="en-US"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981360" y="914400"/>
            <a:ext cx="7612920" cy="737640"/>
          </a:xfrm>
          <a:prstGeom prst="rect">
            <a:avLst/>
          </a:prstGeom>
          <a:noFill/>
          <a:ln w="0">
            <a:noFill/>
          </a:ln>
        </p:spPr>
        <p:txBody>
          <a:bodyPr lIns="0" rIns="0" tIns="0" bIns="0" anchor="b">
            <a:noAutofit/>
          </a:bodyPr>
          <a:p>
            <a:pPr indent="0" defTabSz="914400">
              <a:lnSpc>
                <a:spcPct val="90000"/>
              </a:lnSpc>
              <a:buNone/>
            </a:pPr>
            <a:r>
              <a:rPr b="0" lang="en-US" sz="3200" spc="-1" strike="noStrike">
                <a:solidFill>
                  <a:schemeClr val="dk2"/>
                </a:solidFill>
                <a:latin typeface="Arial Narrow"/>
              </a:rPr>
              <a:t>Agenda</a:t>
            </a:r>
            <a:endParaRPr b="0" lang="en-US" sz="3200" spc="-1" strike="noStrike">
              <a:solidFill>
                <a:schemeClr val="dk1"/>
              </a:solidFill>
              <a:latin typeface="Arial"/>
            </a:endParaRPr>
          </a:p>
        </p:txBody>
      </p:sp>
      <p:sp>
        <p:nvSpPr>
          <p:cNvPr id="404" name="PlaceHolder 2"/>
          <p:cNvSpPr>
            <a:spLocks noGrp="1"/>
          </p:cNvSpPr>
          <p:nvPr>
            <p:ph/>
          </p:nvPr>
        </p:nvSpPr>
        <p:spPr>
          <a:xfrm>
            <a:off x="981360" y="1915920"/>
            <a:ext cx="7247880" cy="3733560"/>
          </a:xfrm>
          <a:prstGeom prst="rect">
            <a:avLst/>
          </a:prstGeom>
          <a:noFill/>
          <a:ln w="0">
            <a:noFill/>
          </a:ln>
        </p:spPr>
        <p:txBody>
          <a:bodyPr lIns="0" rIns="0" tIns="0" bIns="0" anchor="t">
            <a:noAutofit/>
          </a:bodyPr>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What is an oscilloscope?</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Probing basics (low-frequency model)</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Making voltage and timing measurements</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Properly scaling waveforms on-screen</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Understanding oscilloscope triggering</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Oscilloscope theory of operation and performance specifications</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Probing revisited (dynamic/AC model and affects of loading)</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Using the Lab Guide and Tutorial</a:t>
            </a:r>
            <a:endParaRPr b="0" lang="en-US" sz="1800" spc="-1" strike="noStrike">
              <a:solidFill>
                <a:schemeClr val="dk1"/>
              </a:solidFill>
              <a:latin typeface="Arial"/>
            </a:endParaRPr>
          </a:p>
          <a:p>
            <a:pPr marL="228600" indent="-228600" defTabSz="914400">
              <a:lnSpc>
                <a:spcPct val="100000"/>
              </a:lnSpc>
              <a:spcBef>
                <a:spcPts val="1199"/>
              </a:spcBef>
              <a:spcAft>
                <a:spcPts val="499"/>
              </a:spcAft>
              <a:buClr>
                <a:srgbClr val="000000"/>
              </a:buClr>
              <a:buFont typeface="Arial"/>
              <a:buChar char="−"/>
            </a:pPr>
            <a:r>
              <a:rPr b="0" lang="en-US" sz="1800" spc="-1" strike="noStrike">
                <a:solidFill>
                  <a:schemeClr val="dk1"/>
                </a:solidFill>
                <a:latin typeface="Arial"/>
              </a:rPr>
              <a:t> </a:t>
            </a:r>
            <a:r>
              <a:rPr b="0" lang="en-US" sz="1800" spc="-1" strike="noStrike">
                <a:solidFill>
                  <a:schemeClr val="dk1"/>
                </a:solidFill>
                <a:latin typeface="Arial"/>
              </a:rPr>
              <a:t>Additional technical resources</a:t>
            </a:r>
            <a:endParaRPr b="0" lang="en-US" sz="1800" spc="-1" strike="noStrike">
              <a:solidFill>
                <a:schemeClr val="dk1"/>
              </a:solidFill>
              <a:latin typeface="Arial"/>
            </a:endParaRPr>
          </a:p>
        </p:txBody>
      </p:sp>
      <p:pic>
        <p:nvPicPr>
          <p:cNvPr id="405" name="Picture 4" descr="MCj02382080000[1]"/>
          <p:cNvPicPr/>
          <p:nvPr/>
        </p:nvPicPr>
        <p:blipFill>
          <a:blip r:embed="rId1"/>
          <a:stretch/>
        </p:blipFill>
        <p:spPr>
          <a:xfrm>
            <a:off x="8229600" y="2438280"/>
            <a:ext cx="2072880" cy="2453760"/>
          </a:xfrm>
          <a:prstGeom prst="rect">
            <a:avLst/>
          </a:prstGeom>
          <a:ln w="0">
            <a:noFill/>
          </a:ln>
        </p:spPr>
      </p:pic>
      <p:sp>
        <p:nvSpPr>
          <p:cNvPr id="4" name="PlaceHolder 3"/>
          <p:cNvSpPr>
            <a:spLocks noGrp="1"/>
          </p:cNvSpPr>
          <p:nvPr>
            <p:ph type="sldNum" idx="11"/>
          </p:nvPr>
        </p:nvSpPr>
        <p:spPr/>
        <p:txBody>
          <a:bodyPr/>
          <a:p>
            <a:fld id="{CDD977B8-E959-43CC-AB34-F9CA7739D639}"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What is an oscilloscope?</a:t>
            </a:r>
            <a:endParaRPr b="0" lang="en-US" sz="3200" spc="-1" strike="noStrike">
              <a:solidFill>
                <a:schemeClr val="dk1"/>
              </a:solidFill>
              <a:latin typeface="Arial"/>
            </a:endParaRPr>
          </a:p>
        </p:txBody>
      </p:sp>
      <p:sp>
        <p:nvSpPr>
          <p:cNvPr id="407" name="PlaceHolder 2"/>
          <p:cNvSpPr>
            <a:spLocks noGrp="1"/>
          </p:cNvSpPr>
          <p:nvPr>
            <p:ph/>
          </p:nvPr>
        </p:nvSpPr>
        <p:spPr>
          <a:xfrm>
            <a:off x="1866960" y="3116520"/>
            <a:ext cx="8229240" cy="2537640"/>
          </a:xfrm>
          <a:prstGeom prst="rect">
            <a:avLst/>
          </a:prstGeom>
          <a:noFill/>
          <a:ln w="0">
            <a:noFill/>
          </a:ln>
        </p:spPr>
        <p:txBody>
          <a:bodyPr lIns="0" rIns="0" tIns="0" bIns="0" anchor="t">
            <a:noAutofit/>
          </a:bodyPr>
          <a:p>
            <a:pPr marL="285840" indent="-285840" defTabSz="914400">
              <a:lnSpc>
                <a:spcPct val="100000"/>
              </a:lnSpc>
              <a:spcBef>
                <a:spcPts val="1800"/>
              </a:spcBef>
              <a:buClr>
                <a:srgbClr val="24377c"/>
              </a:buClr>
              <a:buFont typeface="Arial Narrow"/>
              <a:buChar char="―"/>
            </a:pPr>
            <a:r>
              <a:rPr b="0" lang="en-US" sz="1800" spc="-1" strike="noStrike">
                <a:solidFill>
                  <a:schemeClr val="dk1"/>
                </a:solidFill>
                <a:latin typeface="Arial"/>
              </a:rPr>
              <a:t>Oscilloscopes convert electrical input signals into a visible trace on a screen - i.e. they convert electricity into light.</a:t>
            </a:r>
            <a:endParaRPr b="0" lang="en-US" sz="1800" spc="-1" strike="noStrike">
              <a:solidFill>
                <a:schemeClr val="dk1"/>
              </a:solidFill>
              <a:latin typeface="Arial"/>
            </a:endParaRPr>
          </a:p>
          <a:p>
            <a:pPr marL="343080" indent="-343080" defTabSz="914400">
              <a:lnSpc>
                <a:spcPct val="100000"/>
              </a:lnSpc>
              <a:spcBef>
                <a:spcPts val="1800"/>
              </a:spcBef>
              <a:buClr>
                <a:srgbClr val="24377c"/>
              </a:buClr>
              <a:buFont typeface="Arial Narrow"/>
              <a:buChar char="―"/>
            </a:pPr>
            <a:r>
              <a:rPr b="0" lang="en-US" sz="1800" spc="-1" strike="noStrike">
                <a:solidFill>
                  <a:schemeClr val="dk1"/>
                </a:solidFill>
                <a:latin typeface="Arial"/>
              </a:rPr>
              <a:t>Oscilloscopes dynamically graph time-varying electrical signals in two dimensions (typically voltage vs. time).</a:t>
            </a:r>
            <a:endParaRPr b="0" lang="en-US" sz="1800" spc="-1" strike="noStrike">
              <a:solidFill>
                <a:schemeClr val="dk1"/>
              </a:solidFill>
              <a:latin typeface="Arial"/>
            </a:endParaRPr>
          </a:p>
          <a:p>
            <a:pPr marL="285840" indent="-285840" defTabSz="914400">
              <a:lnSpc>
                <a:spcPct val="100000"/>
              </a:lnSpc>
              <a:spcBef>
                <a:spcPts val="1800"/>
              </a:spcBef>
              <a:buClr>
                <a:srgbClr val="24377c"/>
              </a:buClr>
              <a:buFont typeface="Arial Narrow"/>
              <a:buChar char="―"/>
            </a:pPr>
            <a:r>
              <a:rPr b="0" lang="en-US" sz="1800" spc="-1" strike="noStrike">
                <a:solidFill>
                  <a:schemeClr val="dk1"/>
                </a:solidFill>
                <a:latin typeface="Arial"/>
              </a:rPr>
              <a:t>Oscilloscopes are used by engineers and technicians to test, verify, and debug electronic designs. </a:t>
            </a:r>
            <a:endParaRPr b="0" lang="en-US" sz="1800" spc="-1" strike="noStrike">
              <a:solidFill>
                <a:schemeClr val="dk1"/>
              </a:solidFill>
              <a:latin typeface="Arial"/>
            </a:endParaRPr>
          </a:p>
          <a:p>
            <a:pPr marL="285840" indent="-285840" defTabSz="914400">
              <a:lnSpc>
                <a:spcPct val="100000"/>
              </a:lnSpc>
              <a:spcBef>
                <a:spcPts val="1800"/>
              </a:spcBef>
              <a:buClr>
                <a:srgbClr val="24377c"/>
              </a:buClr>
              <a:buFont typeface="Arial Narrow"/>
              <a:buChar char="―"/>
            </a:pPr>
            <a:r>
              <a:rPr b="0" lang="en-US" sz="1800" spc="-1" strike="noStrike">
                <a:solidFill>
                  <a:schemeClr val="dk1"/>
                </a:solidFill>
                <a:latin typeface="Arial"/>
              </a:rPr>
              <a:t>Oscilloscopes will be the primary instrument that you will use in your EE/Physics labs to test assigned experiments. </a:t>
            </a:r>
            <a:endParaRPr b="0" lang="en-US" sz="1800" spc="-1" strike="noStrike">
              <a:solidFill>
                <a:schemeClr val="dk1"/>
              </a:solidFill>
              <a:latin typeface="Arial"/>
            </a:endParaRPr>
          </a:p>
        </p:txBody>
      </p:sp>
      <p:sp>
        <p:nvSpPr>
          <p:cNvPr id="408" name="Rectangle 5"/>
          <p:cNvSpPr/>
          <p:nvPr/>
        </p:nvSpPr>
        <p:spPr>
          <a:xfrm>
            <a:off x="4369320" y="2654640"/>
            <a:ext cx="34394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800" spc="-1" strike="noStrike">
                <a:solidFill>
                  <a:schemeClr val="dk1"/>
                </a:solidFill>
                <a:latin typeface="Arial"/>
              </a:rPr>
              <a:t>os·cil·lo·scope   (ə-sĭl'ə-skōp')</a:t>
            </a:r>
            <a:endParaRPr b="0" lang="de-DE" sz="1800" spc="-1" strike="noStrike">
              <a:solidFill>
                <a:srgbClr val="000000"/>
              </a:solidFill>
              <a:latin typeface="Arial"/>
            </a:endParaRPr>
          </a:p>
        </p:txBody>
      </p:sp>
      <p:pic>
        <p:nvPicPr>
          <p:cNvPr id="409" name="Picture 4" descr="http://www.openclipart.org/image/800px/svg_to_png/mothinator_Oscilloscope.png"/>
          <p:cNvPicPr/>
          <p:nvPr/>
        </p:nvPicPr>
        <p:blipFill>
          <a:blip r:embed="rId1"/>
          <a:stretch/>
        </p:blipFill>
        <p:spPr>
          <a:xfrm>
            <a:off x="4495680" y="990720"/>
            <a:ext cx="2971440" cy="1571040"/>
          </a:xfrm>
          <a:prstGeom prst="rect">
            <a:avLst/>
          </a:prstGeom>
          <a:ln w="0">
            <a:noFill/>
          </a:ln>
        </p:spPr>
      </p:pic>
      <p:sp>
        <p:nvSpPr>
          <p:cNvPr id="4" name="PlaceHolder 3"/>
          <p:cNvSpPr>
            <a:spLocks noGrp="1"/>
          </p:cNvSpPr>
          <p:nvPr>
            <p:ph type="sldNum" idx="23"/>
          </p:nvPr>
        </p:nvSpPr>
        <p:spPr/>
        <p:txBody>
          <a:bodyPr/>
          <a:p>
            <a:fld id="{39DF98F6-7355-48CD-B8D6-FAD22E38903C}"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Terms of Endearment (what they are called)</a:t>
            </a:r>
            <a:endParaRPr b="0" lang="en-US" sz="3200" spc="-1" strike="noStrike">
              <a:solidFill>
                <a:schemeClr val="dk1"/>
              </a:solidFill>
              <a:latin typeface="Arial"/>
            </a:endParaRPr>
          </a:p>
        </p:txBody>
      </p:sp>
      <p:sp>
        <p:nvSpPr>
          <p:cNvPr id="411" name="PlaceHolder 2"/>
          <p:cNvSpPr>
            <a:spLocks noGrp="1"/>
          </p:cNvSpPr>
          <p:nvPr>
            <p:ph/>
          </p:nvPr>
        </p:nvSpPr>
        <p:spPr>
          <a:xfrm>
            <a:off x="1066680" y="1052640"/>
            <a:ext cx="9651600" cy="456840"/>
          </a:xfrm>
          <a:prstGeom prst="rect">
            <a:avLst/>
          </a:prstGeom>
          <a:noFill/>
          <a:ln w="0">
            <a:noFill/>
          </a:ln>
        </p:spPr>
        <p:txBody>
          <a:bodyPr lIns="0" rIns="0" tIns="0" bIns="0" anchor="t">
            <a:noAutofit/>
          </a:bodyPr>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Scope</a:t>
            </a:r>
            <a:r>
              <a:rPr b="0" lang="en-US" sz="1800" spc="-1" strike="noStrike">
                <a:solidFill>
                  <a:schemeClr val="dk1"/>
                </a:solidFill>
                <a:latin typeface="Arial"/>
              </a:rPr>
              <a:t> – Most commonly used terminology</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DSO</a:t>
            </a:r>
            <a:r>
              <a:rPr b="0" lang="en-US" sz="1800" spc="-1" strike="noStrike">
                <a:solidFill>
                  <a:schemeClr val="dk1"/>
                </a:solidFill>
                <a:latin typeface="Arial"/>
              </a:rPr>
              <a:t> – </a:t>
            </a:r>
            <a:r>
              <a:rPr b="0" lang="en-US" sz="1800" spc="-1" strike="noStrike" u="sng">
                <a:solidFill>
                  <a:schemeClr val="dk1"/>
                </a:solidFill>
                <a:uFillTx/>
                <a:latin typeface="Arial"/>
              </a:rPr>
              <a:t>D</a:t>
            </a:r>
            <a:r>
              <a:rPr b="0" lang="en-US" sz="1800" spc="-1" strike="noStrike">
                <a:solidFill>
                  <a:schemeClr val="dk1"/>
                </a:solidFill>
                <a:latin typeface="Arial"/>
              </a:rPr>
              <a:t>igital </a:t>
            </a:r>
            <a:r>
              <a:rPr b="0" lang="en-US" sz="1800" spc="-1" strike="noStrike" u="sng">
                <a:solidFill>
                  <a:schemeClr val="dk1"/>
                </a:solidFill>
                <a:uFillTx/>
                <a:latin typeface="Arial"/>
              </a:rPr>
              <a:t>S</a:t>
            </a:r>
            <a:r>
              <a:rPr b="0" lang="en-US" sz="1800" spc="-1" strike="noStrike">
                <a:solidFill>
                  <a:schemeClr val="dk1"/>
                </a:solidFill>
                <a:latin typeface="Arial"/>
              </a:rPr>
              <a:t>torage </a:t>
            </a:r>
            <a:r>
              <a:rPr b="0" lang="en-US" sz="1800" spc="-1" strike="noStrike" u="sng">
                <a:solidFill>
                  <a:schemeClr val="dk1"/>
                </a:solidFill>
                <a:uFillTx/>
                <a:latin typeface="Arial"/>
              </a:rPr>
              <a:t>O</a:t>
            </a:r>
            <a:r>
              <a:rPr b="0" lang="en-US" sz="1800" spc="-1" strike="noStrike">
                <a:solidFill>
                  <a:schemeClr val="dk1"/>
                </a:solidFill>
                <a:latin typeface="Arial"/>
              </a:rPr>
              <a:t>scilloscope</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Digital Scope</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Digitizing Scope</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Analog Scope </a:t>
            </a:r>
            <a:r>
              <a:rPr b="0" lang="en-US" sz="1800" spc="-1" strike="noStrike">
                <a:solidFill>
                  <a:schemeClr val="dk1"/>
                </a:solidFill>
                <a:latin typeface="Arial"/>
              </a:rPr>
              <a:t>– Older technology oscilloscope, but still around today.</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CRO</a:t>
            </a:r>
            <a:r>
              <a:rPr b="0" lang="en-US" sz="1800" spc="-1" strike="noStrike">
                <a:solidFill>
                  <a:schemeClr val="dk1"/>
                </a:solidFill>
                <a:latin typeface="Arial"/>
              </a:rPr>
              <a:t> – </a:t>
            </a:r>
            <a:r>
              <a:rPr b="0" lang="en-US" sz="1800" spc="-1" strike="noStrike" u="sng">
                <a:solidFill>
                  <a:schemeClr val="dk1"/>
                </a:solidFill>
                <a:uFillTx/>
                <a:latin typeface="Arial"/>
              </a:rPr>
              <a:t>C</a:t>
            </a:r>
            <a:r>
              <a:rPr b="0" lang="en-US" sz="1800" spc="-1" strike="noStrike">
                <a:solidFill>
                  <a:schemeClr val="dk1"/>
                </a:solidFill>
                <a:latin typeface="Arial"/>
              </a:rPr>
              <a:t>athode </a:t>
            </a:r>
            <a:r>
              <a:rPr b="0" lang="en-US" sz="1800" spc="-1" strike="noStrike" u="sng">
                <a:solidFill>
                  <a:schemeClr val="dk1"/>
                </a:solidFill>
                <a:uFillTx/>
                <a:latin typeface="Arial"/>
              </a:rPr>
              <a:t>R</a:t>
            </a:r>
            <a:r>
              <a:rPr b="0" lang="en-US" sz="1800" spc="-1" strike="noStrike">
                <a:solidFill>
                  <a:schemeClr val="dk1"/>
                </a:solidFill>
                <a:latin typeface="Arial"/>
              </a:rPr>
              <a:t>ay </a:t>
            </a:r>
            <a:r>
              <a:rPr b="0" lang="en-US" sz="1800" spc="-1" strike="noStrike" u="sng">
                <a:solidFill>
                  <a:schemeClr val="dk1"/>
                </a:solidFill>
                <a:uFillTx/>
                <a:latin typeface="Arial"/>
              </a:rPr>
              <a:t>O</a:t>
            </a:r>
            <a:r>
              <a:rPr b="0" lang="en-US" sz="1800" spc="-1" strike="noStrike">
                <a:solidFill>
                  <a:schemeClr val="dk1"/>
                </a:solidFill>
                <a:latin typeface="Arial"/>
              </a:rPr>
              <a:t>scilloscope (pronounced “crow”). Even though most scopes no longer utilize cathode ray tubes to display waveforms, Aussies and Kiwis still affectionately refer to them as their CROs.</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O-Scope</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u="sng">
                <a:solidFill>
                  <a:schemeClr val="dk1"/>
                </a:solidFill>
                <a:uFillTx/>
                <a:latin typeface="Arial"/>
              </a:rPr>
              <a:t>MSO</a:t>
            </a:r>
            <a:r>
              <a:rPr b="0" lang="en-US" sz="1800" spc="-1" strike="noStrike">
                <a:solidFill>
                  <a:schemeClr val="dk1"/>
                </a:solidFill>
                <a:latin typeface="Arial"/>
              </a:rPr>
              <a:t> – </a:t>
            </a:r>
            <a:r>
              <a:rPr b="0" lang="en-US" sz="1800" spc="-1" strike="noStrike" u="sng">
                <a:solidFill>
                  <a:schemeClr val="dk1"/>
                </a:solidFill>
                <a:uFillTx/>
                <a:latin typeface="Arial"/>
              </a:rPr>
              <a:t>M</a:t>
            </a:r>
            <a:r>
              <a:rPr b="0" lang="en-US" sz="1800" spc="-1" strike="noStrike">
                <a:solidFill>
                  <a:schemeClr val="dk1"/>
                </a:solidFill>
                <a:latin typeface="Arial"/>
              </a:rPr>
              <a:t>ixed </a:t>
            </a:r>
            <a:r>
              <a:rPr b="0" lang="en-US" sz="1800" spc="-1" strike="noStrike" u="sng">
                <a:solidFill>
                  <a:schemeClr val="dk1"/>
                </a:solidFill>
                <a:uFillTx/>
                <a:latin typeface="Arial"/>
              </a:rPr>
              <a:t>S</a:t>
            </a:r>
            <a:r>
              <a:rPr b="0" lang="en-US" sz="1800" spc="-1" strike="noStrike">
                <a:solidFill>
                  <a:schemeClr val="dk1"/>
                </a:solidFill>
                <a:latin typeface="Arial"/>
              </a:rPr>
              <a:t>ignal </a:t>
            </a:r>
            <a:r>
              <a:rPr b="0" lang="en-US" sz="1800" spc="-1" strike="noStrike" u="sng">
                <a:solidFill>
                  <a:schemeClr val="dk1"/>
                </a:solidFill>
                <a:uFillTx/>
                <a:latin typeface="Arial"/>
              </a:rPr>
              <a:t>O</a:t>
            </a:r>
            <a:r>
              <a:rPr b="0" lang="en-US" sz="1800" spc="-1" strike="noStrike">
                <a:solidFill>
                  <a:schemeClr val="dk1"/>
                </a:solidFill>
                <a:latin typeface="Arial"/>
              </a:rPr>
              <a:t>scilloscope (includes logic analyzer channels of acquisition)</a:t>
            </a:r>
            <a:endParaRPr b="0" lang="en-US" sz="1800" spc="-1" strike="noStrike">
              <a:solidFill>
                <a:schemeClr val="dk1"/>
              </a:solidFill>
              <a:latin typeface="Arial"/>
            </a:endParaRPr>
          </a:p>
        </p:txBody>
      </p:sp>
      <p:pic>
        <p:nvPicPr>
          <p:cNvPr id="412" name="Picture 6" descr="Oscilloscope diagram.png">
            <a:hlinkClick r:id="rId1"/>
          </p:cNvPr>
          <p:cNvPicPr/>
          <p:nvPr/>
        </p:nvPicPr>
        <p:blipFill>
          <a:blip r:embed="rId2"/>
          <a:stretch/>
        </p:blipFill>
        <p:spPr>
          <a:xfrm>
            <a:off x="8001000" y="593640"/>
            <a:ext cx="1961640" cy="1882080"/>
          </a:xfrm>
          <a:prstGeom prst="rect">
            <a:avLst/>
          </a:prstGeom>
          <a:ln w="0">
            <a:noFill/>
          </a:ln>
        </p:spPr>
      </p:pic>
      <p:sp>
        <p:nvSpPr>
          <p:cNvPr id="4" name="PlaceHolder 3"/>
          <p:cNvSpPr>
            <a:spLocks noGrp="1"/>
          </p:cNvSpPr>
          <p:nvPr>
            <p:ph type="sldNum" idx="20"/>
          </p:nvPr>
        </p:nvSpPr>
        <p:spPr/>
        <p:txBody>
          <a:bodyPr/>
          <a:p>
            <a:fld id="{7D363F8A-D334-4D58-A2FE-9EE2D5B441F5}"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Probing Basics</a:t>
            </a:r>
            <a:endParaRPr b="0" lang="en-US" sz="3200" spc="-1" strike="noStrike">
              <a:solidFill>
                <a:schemeClr val="dk1"/>
              </a:solidFill>
              <a:latin typeface="Arial"/>
            </a:endParaRPr>
          </a:p>
        </p:txBody>
      </p:sp>
      <p:sp>
        <p:nvSpPr>
          <p:cNvPr id="414" name="PlaceHolder 2"/>
          <p:cNvSpPr>
            <a:spLocks noGrp="1"/>
          </p:cNvSpPr>
          <p:nvPr>
            <p:ph/>
          </p:nvPr>
        </p:nvSpPr>
        <p:spPr>
          <a:xfrm>
            <a:off x="1003320" y="1562040"/>
            <a:ext cx="5092200" cy="4571640"/>
          </a:xfrm>
          <a:prstGeom prst="rect">
            <a:avLst/>
          </a:prstGeom>
          <a:noFill/>
          <a:ln w="0">
            <a:noFill/>
          </a:ln>
        </p:spPr>
        <p:txBody>
          <a:bodyPr lIns="0" rIns="0" tIns="0" bIns="0" anchor="t">
            <a:noAutofit/>
          </a:bodyPr>
          <a:p>
            <a:pPr marL="285840" indent="-285840" defTabSz="914400">
              <a:lnSpc>
                <a:spcPct val="100000"/>
              </a:lnSpc>
              <a:spcBef>
                <a:spcPts val="1800"/>
              </a:spcBef>
              <a:buClr>
                <a:srgbClr val="000000"/>
              </a:buClr>
              <a:buFont typeface="Arial"/>
              <a:buChar char="−"/>
            </a:pPr>
            <a:r>
              <a:rPr b="0" lang="en-US" sz="1800" spc="-1" strike="noStrike">
                <a:solidFill>
                  <a:schemeClr val="dk1"/>
                </a:solidFill>
                <a:latin typeface="Arial"/>
              </a:rPr>
              <a:t>Probes are used to transfer the signal from the device-under-test to the oscilloscope’s BNC inputs.</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a:solidFill>
                  <a:schemeClr val="dk1"/>
                </a:solidFill>
                <a:latin typeface="Arial"/>
              </a:rPr>
              <a:t>There are many different kinds of probes used for different and special purposes (high frequency applications, high voltage applications, current, etc.)</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a:buChar char="−"/>
            </a:pPr>
            <a:r>
              <a:rPr b="0" lang="en-US" sz="1800" spc="-1" strike="noStrike">
                <a:solidFill>
                  <a:schemeClr val="dk1"/>
                </a:solidFill>
                <a:latin typeface="Arial"/>
              </a:rPr>
              <a:t>The most common type of probe used is called a “Passive 10:1 Voltage Divider Probe”.</a:t>
            </a:r>
            <a:endParaRPr b="0" lang="en-US" sz="1800" spc="-1" strike="noStrike">
              <a:solidFill>
                <a:schemeClr val="dk1"/>
              </a:solidFill>
              <a:latin typeface="Arial"/>
            </a:endParaRPr>
          </a:p>
          <a:p>
            <a:pPr indent="0" defTabSz="914400">
              <a:lnSpc>
                <a:spcPct val="100000"/>
              </a:lnSpc>
              <a:spcBef>
                <a:spcPts val="1800"/>
              </a:spcBef>
              <a:buNone/>
              <a:tabLst>
                <a:tab algn="l" pos="0"/>
              </a:tabLst>
            </a:pPr>
            <a:endParaRPr b="0" lang="en-US" sz="1800" spc="-1" strike="noStrike">
              <a:solidFill>
                <a:schemeClr val="dk1"/>
              </a:solidFill>
              <a:latin typeface="Arial"/>
            </a:endParaRPr>
          </a:p>
        </p:txBody>
      </p:sp>
      <p:sp>
        <p:nvSpPr>
          <p:cNvPr id="415" name="PlaceHolder 3"/>
          <p:cNvSpPr>
            <a:spLocks noGrp="1"/>
          </p:cNvSpPr>
          <p:nvPr>
            <p:ph/>
          </p:nvPr>
        </p:nvSpPr>
        <p:spPr>
          <a:xfrm>
            <a:off x="1015920" y="685800"/>
            <a:ext cx="9651600" cy="456840"/>
          </a:xfrm>
          <a:prstGeom prst="rect">
            <a:avLst/>
          </a:prstGeom>
          <a:noFill/>
          <a:ln w="0">
            <a:noFill/>
          </a:ln>
        </p:spPr>
        <p:txBody>
          <a:bodyPr lIns="0" rIns="0" tIns="0" bIns="0" anchor="t">
            <a:noAutofit/>
          </a:bodyPr>
          <a:p>
            <a:pPr indent="0">
              <a:spcBef>
                <a:spcPts val="1417"/>
              </a:spcBef>
              <a:buNone/>
            </a:pPr>
            <a:endParaRPr b="0" lang="en-US" sz="2800" spc="-1" strike="noStrike">
              <a:solidFill>
                <a:schemeClr val="dk1"/>
              </a:solidFill>
              <a:latin typeface="Arial"/>
            </a:endParaRPr>
          </a:p>
        </p:txBody>
      </p:sp>
      <p:pic>
        <p:nvPicPr>
          <p:cNvPr id="416" name="Picture 2" descr="http://upload.wikimedia.org/wikipedia/commons/thumb/6/67/ScopeProbe.JPG/220px-ScopeProbe.JPG">
            <a:hlinkClick r:id="rId1"/>
          </p:cNvPr>
          <p:cNvPicPr/>
          <p:nvPr/>
        </p:nvPicPr>
        <p:blipFill>
          <a:blip r:embed="rId2"/>
          <a:stretch/>
        </p:blipFill>
        <p:spPr>
          <a:xfrm>
            <a:off x="6248520" y="1600200"/>
            <a:ext cx="3606480" cy="2704680"/>
          </a:xfrm>
          <a:prstGeom prst="rect">
            <a:avLst/>
          </a:prstGeom>
          <a:ln w="0">
            <a:noFill/>
          </a:ln>
        </p:spPr>
      </p:pic>
      <p:sp>
        <p:nvSpPr>
          <p:cNvPr id="5" name="PlaceHolder 4"/>
          <p:cNvSpPr>
            <a:spLocks noGrp="1"/>
          </p:cNvSpPr>
          <p:nvPr>
            <p:ph type="sldNum" idx="26"/>
          </p:nvPr>
        </p:nvSpPr>
        <p:spPr/>
        <p:txBody>
          <a:bodyPr/>
          <a:p>
            <a:fld id="{8BB527F0-9139-4362-A84A-302F82805E17}"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Passive 10:1 Voltage Divider Probe</a:t>
            </a:r>
            <a:endParaRPr b="0" lang="en-US" sz="3200" spc="-1" strike="noStrike">
              <a:solidFill>
                <a:schemeClr val="dk1"/>
              </a:solidFill>
              <a:latin typeface="Arial"/>
            </a:endParaRPr>
          </a:p>
        </p:txBody>
      </p:sp>
      <p:sp>
        <p:nvSpPr>
          <p:cNvPr id="418" name="PlaceHolder 2"/>
          <p:cNvSpPr>
            <a:spLocks noGrp="1"/>
          </p:cNvSpPr>
          <p:nvPr>
            <p:ph/>
          </p:nvPr>
        </p:nvSpPr>
        <p:spPr>
          <a:xfrm>
            <a:off x="2459160" y="4254480"/>
            <a:ext cx="7370280" cy="1688760"/>
          </a:xfrm>
          <a:prstGeom prst="rect">
            <a:avLst/>
          </a:prstGeom>
          <a:noFill/>
          <a:ln w="0">
            <a:noFill/>
          </a:ln>
        </p:spPr>
        <p:txBody>
          <a:bodyPr lIns="0" rIns="0" tIns="0" bIns="0" anchor="t">
            <a:noAutofit/>
          </a:bodyPr>
          <a:p>
            <a:pPr marL="231840" indent="-231840" defTabSz="914400">
              <a:lnSpc>
                <a:spcPct val="100000"/>
              </a:lnSpc>
              <a:spcBef>
                <a:spcPts val="1800"/>
              </a:spcBef>
              <a:buNone/>
              <a:tabLst>
                <a:tab algn="l" pos="0"/>
              </a:tabLst>
            </a:pPr>
            <a:r>
              <a:rPr b="0" lang="en-US" sz="1800" spc="-1" strike="noStrike" u="sng">
                <a:solidFill>
                  <a:schemeClr val="dk1"/>
                </a:solidFill>
                <a:uFillTx/>
                <a:latin typeface="Arial"/>
              </a:rPr>
              <a:t>Passive:</a:t>
            </a:r>
            <a:r>
              <a:rPr b="0" lang="en-US" sz="1800" spc="-1" strike="noStrike">
                <a:solidFill>
                  <a:schemeClr val="dk1"/>
                </a:solidFill>
                <a:latin typeface="Arial"/>
              </a:rPr>
              <a:t> Includes no active elements such as transistors or amplifiers. </a:t>
            </a:r>
            <a:endParaRPr b="0" lang="en-US" sz="1800" spc="-1" strike="noStrike">
              <a:solidFill>
                <a:schemeClr val="dk1"/>
              </a:solidFill>
              <a:latin typeface="Arial"/>
            </a:endParaRPr>
          </a:p>
          <a:p>
            <a:pPr marL="231840" indent="-231840" defTabSz="914400">
              <a:lnSpc>
                <a:spcPct val="100000"/>
              </a:lnSpc>
              <a:spcBef>
                <a:spcPts val="1800"/>
              </a:spcBef>
              <a:buNone/>
              <a:tabLst>
                <a:tab algn="l" pos="0"/>
              </a:tabLst>
            </a:pPr>
            <a:r>
              <a:rPr b="0" lang="en-US" sz="1800" spc="-1" strike="noStrike" u="sng">
                <a:solidFill>
                  <a:schemeClr val="dk1"/>
                </a:solidFill>
                <a:uFillTx/>
                <a:latin typeface="Arial"/>
              </a:rPr>
              <a:t>10-to-1:</a:t>
            </a:r>
            <a:r>
              <a:rPr b="0" lang="en-US" sz="1800" spc="-1" strike="noStrike">
                <a:solidFill>
                  <a:schemeClr val="dk1"/>
                </a:solidFill>
                <a:latin typeface="Arial"/>
              </a:rPr>
              <a:t> Reduces the amplitude of the signal delivered to the scope’s BNC input by a factor of 10. Also increases input impedance by 10X.</a:t>
            </a:r>
            <a:endParaRPr b="0" lang="en-US" sz="1800" spc="-1" strike="noStrike">
              <a:solidFill>
                <a:schemeClr val="dk1"/>
              </a:solidFill>
              <a:latin typeface="Arial"/>
            </a:endParaRPr>
          </a:p>
          <a:p>
            <a:pPr marL="231840" indent="-231840" algn="just" defTabSz="914400">
              <a:lnSpc>
                <a:spcPct val="100000"/>
              </a:lnSpc>
              <a:spcBef>
                <a:spcPts val="1800"/>
              </a:spcBef>
              <a:buNone/>
              <a:tabLst>
                <a:tab algn="l" pos="0"/>
              </a:tabLst>
            </a:pPr>
            <a:r>
              <a:rPr b="1" i="1" lang="en-US" sz="1800" spc="-1" strike="noStrike">
                <a:solidFill>
                  <a:srgbClr val="c00000"/>
                </a:solidFill>
                <a:latin typeface="Arial"/>
              </a:rPr>
              <a:t>Note: All measurements must be performed relative to ground!</a:t>
            </a:r>
            <a:endParaRPr b="0" lang="en-US" sz="1800" spc="-1" strike="noStrike">
              <a:solidFill>
                <a:schemeClr val="dk1"/>
              </a:solidFill>
              <a:latin typeface="Arial"/>
            </a:endParaRPr>
          </a:p>
          <a:p>
            <a:pPr marL="231840" indent="-231840" defTabSz="914400">
              <a:lnSpc>
                <a:spcPct val="100000"/>
              </a:lnSpc>
              <a:spcBef>
                <a:spcPts val="1800"/>
              </a:spcBef>
              <a:buNone/>
              <a:tabLst>
                <a:tab algn="l" pos="0"/>
              </a:tabLst>
            </a:pPr>
            <a:endParaRPr b="0" lang="en-US" sz="1800" spc="-1" strike="noStrike">
              <a:solidFill>
                <a:schemeClr val="dk1"/>
              </a:solidFill>
              <a:latin typeface="Arial"/>
            </a:endParaRPr>
          </a:p>
        </p:txBody>
      </p:sp>
      <p:pic>
        <p:nvPicPr>
          <p:cNvPr id="419" name="Picture 2" descr=""/>
          <p:cNvPicPr/>
          <p:nvPr/>
        </p:nvPicPr>
        <p:blipFill>
          <a:blip r:embed="rId1"/>
          <a:stretch/>
        </p:blipFill>
        <p:spPr>
          <a:xfrm>
            <a:off x="1759680" y="1455480"/>
            <a:ext cx="3200040" cy="1803240"/>
          </a:xfrm>
          <a:prstGeom prst="rect">
            <a:avLst/>
          </a:prstGeom>
          <a:ln w="9525">
            <a:noFill/>
          </a:ln>
        </p:spPr>
      </p:pic>
      <p:sp>
        <p:nvSpPr>
          <p:cNvPr id="420" name="Rectangle 9"/>
          <p:cNvSpPr/>
          <p:nvPr/>
        </p:nvSpPr>
        <p:spPr>
          <a:xfrm>
            <a:off x="9677520" y="2357280"/>
            <a:ext cx="151920" cy="456840"/>
          </a:xfrm>
          <a:prstGeom prst="rect">
            <a:avLst/>
          </a:prstGeom>
          <a:solidFill>
            <a:schemeClr val="bg1"/>
          </a:solidFill>
          <a:ln w="12700">
            <a:noFill/>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pic>
        <p:nvPicPr>
          <p:cNvPr id="421" name="Picture 2" descr=""/>
          <p:cNvPicPr/>
          <p:nvPr/>
        </p:nvPicPr>
        <p:blipFill>
          <a:blip r:embed="rId2"/>
          <a:stretch/>
        </p:blipFill>
        <p:spPr>
          <a:xfrm>
            <a:off x="4761000" y="1143000"/>
            <a:ext cx="5729400" cy="2232720"/>
          </a:xfrm>
          <a:prstGeom prst="rect">
            <a:avLst/>
          </a:prstGeom>
          <a:ln w="9525">
            <a:noFill/>
          </a:ln>
        </p:spPr>
      </p:pic>
      <p:sp>
        <p:nvSpPr>
          <p:cNvPr id="422" name="TextBox 16"/>
          <p:cNvSpPr/>
          <p:nvPr/>
        </p:nvSpPr>
        <p:spPr>
          <a:xfrm>
            <a:off x="6646680" y="3325680"/>
            <a:ext cx="266976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chemeClr val="dk1"/>
                </a:solidFill>
                <a:latin typeface="Arial"/>
              </a:rPr>
              <a:t>Passive 10:1 Probe Model</a:t>
            </a:r>
            <a:endParaRPr b="0" lang="de-DE" sz="1600" spc="-1" strike="noStrike">
              <a:solidFill>
                <a:srgbClr val="000000"/>
              </a:solidFill>
              <a:latin typeface="Arial"/>
            </a:endParaRPr>
          </a:p>
        </p:txBody>
      </p:sp>
      <p:sp>
        <p:nvSpPr>
          <p:cNvPr id="4" name="PlaceHolder 3"/>
          <p:cNvSpPr>
            <a:spLocks noGrp="1"/>
          </p:cNvSpPr>
          <p:nvPr>
            <p:ph type="sldNum" idx="23"/>
          </p:nvPr>
        </p:nvSpPr>
        <p:spPr/>
        <p:txBody>
          <a:bodyPr/>
          <a:p>
            <a:fld id="{2E857C95-2F53-42C7-AD5A-431F92823DA4}"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3" name="Picture 3" descr=""/>
          <p:cNvPicPr/>
          <p:nvPr/>
        </p:nvPicPr>
        <p:blipFill>
          <a:blip r:embed="rId1"/>
          <a:stretch/>
        </p:blipFill>
        <p:spPr>
          <a:xfrm>
            <a:off x="5486400" y="762120"/>
            <a:ext cx="4800240" cy="2266560"/>
          </a:xfrm>
          <a:prstGeom prst="rect">
            <a:avLst/>
          </a:prstGeom>
          <a:ln w="9525">
            <a:noFill/>
          </a:ln>
        </p:spPr>
      </p:pic>
      <p:sp>
        <p:nvSpPr>
          <p:cNvPr id="424"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Low-frequency/DC Model</a:t>
            </a:r>
            <a:endParaRPr b="0" lang="en-US" sz="3200" spc="-1" strike="noStrike">
              <a:solidFill>
                <a:schemeClr val="dk1"/>
              </a:solidFill>
              <a:latin typeface="Arial"/>
            </a:endParaRPr>
          </a:p>
        </p:txBody>
      </p:sp>
      <p:sp>
        <p:nvSpPr>
          <p:cNvPr id="425" name="PlaceHolder 2"/>
          <p:cNvSpPr>
            <a:spLocks noGrp="1"/>
          </p:cNvSpPr>
          <p:nvPr>
            <p:ph/>
          </p:nvPr>
        </p:nvSpPr>
        <p:spPr>
          <a:xfrm>
            <a:off x="2024640" y="3352680"/>
            <a:ext cx="8381520" cy="3504960"/>
          </a:xfrm>
          <a:prstGeom prst="rect">
            <a:avLst/>
          </a:prstGeom>
          <a:noFill/>
          <a:ln w="0">
            <a:noFill/>
          </a:ln>
        </p:spPr>
        <p:txBody>
          <a:bodyPr lIns="0" rIns="0" tIns="0" bIns="0" anchor="t">
            <a:noAutofit/>
          </a:bodyPr>
          <a:p>
            <a:pPr marL="231840" indent="-231840" defTabSz="914400">
              <a:lnSpc>
                <a:spcPct val="100000"/>
              </a:lnSpc>
              <a:spcBef>
                <a:spcPts val="601"/>
              </a:spcBef>
              <a:buNone/>
              <a:tabLst>
                <a:tab algn="l" pos="0"/>
              </a:tabLst>
            </a:pPr>
            <a:r>
              <a:rPr b="0" lang="en-US" sz="1800" spc="-1" strike="noStrike" u="sng">
                <a:solidFill>
                  <a:schemeClr val="dk1"/>
                </a:solidFill>
                <a:uFillTx/>
                <a:latin typeface="Arial"/>
              </a:rPr>
              <a:t>Low-frequency/DC Model</a:t>
            </a:r>
            <a:r>
              <a:rPr b="0" lang="en-US" sz="1800" spc="-1" strike="noStrike">
                <a:solidFill>
                  <a:schemeClr val="dk1"/>
                </a:solidFill>
                <a:latin typeface="Arial"/>
              </a:rPr>
              <a:t>: Simplifies to a 9-M</a:t>
            </a:r>
            <a:r>
              <a:rPr b="0" lang="el-GR" sz="1800" spc="-1" strike="noStrike">
                <a:solidFill>
                  <a:schemeClr val="dk1"/>
                </a:solidFill>
                <a:latin typeface="Arial"/>
              </a:rPr>
              <a:t>Ω</a:t>
            </a:r>
            <a:r>
              <a:rPr b="0" lang="en-US" sz="1800" spc="-1" strike="noStrike">
                <a:solidFill>
                  <a:schemeClr val="dk1"/>
                </a:solidFill>
                <a:latin typeface="Arial"/>
              </a:rPr>
              <a:t> resistor in series with the scope’s 1-M</a:t>
            </a:r>
            <a:r>
              <a:rPr b="0" lang="el-GR" sz="1800" spc="-1" strike="noStrike">
                <a:solidFill>
                  <a:schemeClr val="dk1"/>
                </a:solidFill>
                <a:latin typeface="Arial"/>
              </a:rPr>
              <a:t>Ω</a:t>
            </a:r>
            <a:r>
              <a:rPr b="0" lang="en-US" sz="1800" spc="-1" strike="noStrike">
                <a:solidFill>
                  <a:schemeClr val="dk1"/>
                </a:solidFill>
                <a:latin typeface="Arial"/>
              </a:rPr>
              <a:t> input termination.</a:t>
            </a:r>
            <a:endParaRPr b="0" lang="en-US" sz="1800" spc="-1" strike="noStrike">
              <a:solidFill>
                <a:schemeClr val="dk1"/>
              </a:solidFill>
              <a:latin typeface="Arial"/>
            </a:endParaRPr>
          </a:p>
          <a:p>
            <a:pPr marL="231840" indent="-231840" defTabSz="914400">
              <a:lnSpc>
                <a:spcPct val="100000"/>
              </a:lnSpc>
              <a:spcBef>
                <a:spcPts val="601"/>
              </a:spcBef>
              <a:spcAft>
                <a:spcPts val="201"/>
              </a:spcAft>
              <a:buNone/>
              <a:tabLst>
                <a:tab algn="l" pos="0"/>
              </a:tabLst>
            </a:pPr>
            <a:r>
              <a:rPr b="0" lang="en-US" sz="1800" spc="-1" strike="noStrike" u="sng">
                <a:solidFill>
                  <a:schemeClr val="dk1"/>
                </a:solidFill>
                <a:uFillTx/>
                <a:latin typeface="Arial"/>
              </a:rPr>
              <a:t>Probe Attenuation Factor</a:t>
            </a:r>
            <a:r>
              <a:rPr b="0" lang="en-US" sz="1800" spc="-1" strike="noStrike">
                <a:solidFill>
                  <a:schemeClr val="dk1"/>
                </a:solidFill>
                <a:latin typeface="Arial"/>
              </a:rPr>
              <a:t>:</a:t>
            </a:r>
            <a:endParaRPr b="0" lang="en-US" sz="1800" spc="-1" strike="noStrike">
              <a:solidFill>
                <a:schemeClr val="dk1"/>
              </a:solidFill>
              <a:latin typeface="Arial"/>
            </a:endParaRPr>
          </a:p>
          <a:p>
            <a:pPr lvl="1" marL="461880" indent="-231840" defTabSz="914400">
              <a:lnSpc>
                <a:spcPct val="100000"/>
              </a:lnSpc>
              <a:spcBef>
                <a:spcPts val="601"/>
              </a:spcBef>
              <a:spcAft>
                <a:spcPts val="201"/>
              </a:spcAft>
              <a:buClr>
                <a:srgbClr val="24377c"/>
              </a:buClr>
              <a:buFont typeface="Wingdings" charset="2"/>
              <a:buChar char=""/>
              <a:tabLst>
                <a:tab algn="l" pos="0"/>
              </a:tabLst>
            </a:pPr>
            <a:r>
              <a:rPr b="0" lang="en-US" sz="1800" spc="-1" strike="noStrike">
                <a:solidFill>
                  <a:schemeClr val="dk1"/>
                </a:solidFill>
                <a:latin typeface="Arial"/>
              </a:rPr>
              <a:t>Some scopes such as Keysight’s 3000 X-Series automatically detect 10:1 probes and adjust all vertical settings and voltage measurements relative to the probe tip.</a:t>
            </a:r>
            <a:endParaRPr b="0" lang="en-US" sz="1800" spc="-1" strike="noStrike">
              <a:solidFill>
                <a:srgbClr val="9c9c9c"/>
              </a:solidFill>
              <a:latin typeface="Arial"/>
            </a:endParaRPr>
          </a:p>
          <a:p>
            <a:pPr lvl="1" marL="461880" indent="-231840" defTabSz="914400">
              <a:lnSpc>
                <a:spcPct val="100000"/>
              </a:lnSpc>
              <a:spcBef>
                <a:spcPts val="601"/>
              </a:spcBef>
              <a:spcAft>
                <a:spcPts val="201"/>
              </a:spcAft>
              <a:buClr>
                <a:srgbClr val="24377c"/>
              </a:buClr>
              <a:buFont typeface="Wingdings" charset="2"/>
              <a:buChar char=""/>
              <a:tabLst>
                <a:tab algn="l" pos="0"/>
              </a:tabLst>
            </a:pPr>
            <a:r>
              <a:rPr b="0" lang="en-US" sz="1800" spc="-1" strike="noStrike">
                <a:solidFill>
                  <a:schemeClr val="dk1"/>
                </a:solidFill>
                <a:latin typeface="Arial"/>
              </a:rPr>
              <a:t>Some scopes such as Keysight’s 2000 X-Series require manual entry of a 10:1 probe attenuation factor.</a:t>
            </a:r>
            <a:endParaRPr b="0" lang="en-US" sz="1800" spc="-1" strike="noStrike">
              <a:solidFill>
                <a:srgbClr val="9c9c9c"/>
              </a:solidFill>
              <a:latin typeface="Arial"/>
            </a:endParaRPr>
          </a:p>
          <a:p>
            <a:pPr marL="231840" indent="-231840" defTabSz="914400">
              <a:lnSpc>
                <a:spcPct val="150000"/>
              </a:lnSpc>
              <a:spcBef>
                <a:spcPts val="601"/>
              </a:spcBef>
              <a:buNone/>
              <a:tabLst>
                <a:tab algn="l" pos="0"/>
              </a:tabLst>
            </a:pPr>
            <a:endParaRPr b="0" lang="en-US" sz="1800" spc="-1" strike="noStrike">
              <a:solidFill>
                <a:schemeClr val="dk1"/>
              </a:solidFill>
              <a:latin typeface="Arial"/>
            </a:endParaRPr>
          </a:p>
          <a:p>
            <a:pPr marL="231840" indent="-231840" defTabSz="914400">
              <a:lnSpc>
                <a:spcPct val="100000"/>
              </a:lnSpc>
              <a:spcBef>
                <a:spcPts val="601"/>
              </a:spcBef>
              <a:buNone/>
              <a:tabLst>
                <a:tab algn="l" pos="0"/>
              </a:tabLst>
            </a:pPr>
            <a:r>
              <a:rPr b="0" lang="en-US" sz="1800" spc="-1" strike="noStrike">
                <a:solidFill>
                  <a:schemeClr val="dk1"/>
                </a:solidFill>
                <a:latin typeface="Arial"/>
              </a:rPr>
              <a:t>	</a:t>
            </a:r>
            <a:endParaRPr b="0" lang="en-US" sz="1800" spc="-1" strike="noStrike">
              <a:solidFill>
                <a:schemeClr val="dk1"/>
              </a:solidFill>
              <a:latin typeface="Arial"/>
            </a:endParaRPr>
          </a:p>
        </p:txBody>
      </p:sp>
      <p:pic>
        <p:nvPicPr>
          <p:cNvPr id="426" name="Picture 2" descr=""/>
          <p:cNvPicPr/>
          <p:nvPr/>
        </p:nvPicPr>
        <p:blipFill>
          <a:blip r:embed="rId2"/>
          <a:stretch/>
        </p:blipFill>
        <p:spPr>
          <a:xfrm>
            <a:off x="1981080" y="1030320"/>
            <a:ext cx="3200040" cy="1803240"/>
          </a:xfrm>
          <a:prstGeom prst="rect">
            <a:avLst/>
          </a:prstGeom>
          <a:ln w="9525">
            <a:noFill/>
          </a:ln>
        </p:spPr>
      </p:pic>
      <p:sp>
        <p:nvSpPr>
          <p:cNvPr id="427" name="TextBox 6"/>
          <p:cNvSpPr/>
          <p:nvPr/>
        </p:nvSpPr>
        <p:spPr>
          <a:xfrm>
            <a:off x="6494400" y="2822400"/>
            <a:ext cx="266976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chemeClr val="dk1"/>
                </a:solidFill>
                <a:latin typeface="Arial"/>
              </a:rPr>
              <a:t>Passive 10:1 Probe Model</a:t>
            </a:r>
            <a:endParaRPr b="0" lang="de-DE" sz="1600" spc="-1" strike="noStrike">
              <a:solidFill>
                <a:srgbClr val="000000"/>
              </a:solidFill>
              <a:latin typeface="Arial"/>
            </a:endParaRPr>
          </a:p>
        </p:txBody>
      </p:sp>
      <p:sp>
        <p:nvSpPr>
          <p:cNvPr id="4" name="PlaceHolder 3"/>
          <p:cNvSpPr>
            <a:spLocks noGrp="1"/>
          </p:cNvSpPr>
          <p:nvPr>
            <p:ph type="sldNum" idx="23"/>
          </p:nvPr>
        </p:nvSpPr>
        <p:spPr/>
        <p:txBody>
          <a:bodyPr/>
          <a:p>
            <a:fld id="{BD6B99CB-7336-4DD4-8E6E-ED81A24AECBF}"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8" name="Picture 23" descr="Scope Screen1.png"/>
          <p:cNvPicPr/>
          <p:nvPr/>
        </p:nvPicPr>
        <p:blipFill>
          <a:blip r:embed="rId1"/>
          <a:stretch/>
        </p:blipFill>
        <p:spPr>
          <a:xfrm>
            <a:off x="3515760" y="1166040"/>
            <a:ext cx="5475600" cy="3511440"/>
          </a:xfrm>
          <a:prstGeom prst="rect">
            <a:avLst/>
          </a:prstGeom>
          <a:ln w="0">
            <a:noFill/>
          </a:ln>
        </p:spPr>
      </p:pic>
      <p:sp>
        <p:nvSpPr>
          <p:cNvPr id="429"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Understanding the Scope’s Display</a:t>
            </a:r>
            <a:endParaRPr b="0" lang="en-US" sz="3200" spc="-1" strike="noStrike">
              <a:solidFill>
                <a:schemeClr val="dk1"/>
              </a:solidFill>
              <a:latin typeface="Arial"/>
            </a:endParaRPr>
          </a:p>
        </p:txBody>
      </p:sp>
      <p:sp>
        <p:nvSpPr>
          <p:cNvPr id="430" name="PlaceHolder 2"/>
          <p:cNvSpPr>
            <a:spLocks noGrp="1"/>
          </p:cNvSpPr>
          <p:nvPr>
            <p:ph/>
          </p:nvPr>
        </p:nvSpPr>
        <p:spPr>
          <a:xfrm>
            <a:off x="3105360" y="5181480"/>
            <a:ext cx="7238520" cy="1444320"/>
          </a:xfrm>
          <a:prstGeom prst="rect">
            <a:avLst/>
          </a:prstGeom>
          <a:noFill/>
          <a:ln w="0">
            <a:noFill/>
          </a:ln>
        </p:spPr>
        <p:txBody>
          <a:bodyPr lIns="0" rIns="0" tIns="0" bIns="0" anchor="t">
            <a:noAutofit/>
          </a:bodyPr>
          <a:p>
            <a:pPr marL="343080" indent="-343080" defTabSz="914400">
              <a:lnSpc>
                <a:spcPct val="100000"/>
              </a:lnSpc>
              <a:spcBef>
                <a:spcPts val="601"/>
              </a:spcBef>
              <a:buClr>
                <a:srgbClr val="000000"/>
              </a:buClr>
              <a:buFont typeface="Arial Narrow"/>
              <a:buChar char="―"/>
            </a:pPr>
            <a:r>
              <a:rPr b="0" lang="en-US" sz="1800" spc="-1" strike="noStrike">
                <a:solidFill>
                  <a:schemeClr val="dk1"/>
                </a:solidFill>
                <a:latin typeface="Arial"/>
              </a:rPr>
              <a:t>Waveform display area shown with grid lines (or divisions).</a:t>
            </a:r>
            <a:endParaRPr b="0" lang="en-US" sz="1800" spc="-1" strike="noStrike">
              <a:solidFill>
                <a:schemeClr val="dk1"/>
              </a:solidFill>
              <a:latin typeface="Arial"/>
            </a:endParaRPr>
          </a:p>
          <a:p>
            <a:pPr marL="343080" indent="-343080" defTabSz="914400">
              <a:lnSpc>
                <a:spcPct val="100000"/>
              </a:lnSpc>
              <a:spcBef>
                <a:spcPts val="601"/>
              </a:spcBef>
              <a:buClr>
                <a:srgbClr val="000000"/>
              </a:buClr>
              <a:buFont typeface="Arial Narrow"/>
              <a:buChar char="―"/>
            </a:pPr>
            <a:r>
              <a:rPr b="0" lang="en-US" sz="1800" spc="-1" strike="noStrike">
                <a:solidFill>
                  <a:schemeClr val="dk1"/>
                </a:solidFill>
                <a:latin typeface="Arial"/>
              </a:rPr>
              <a:t>Vertical spacing of grid lines relative to Volts/division setting.</a:t>
            </a:r>
            <a:endParaRPr b="0" lang="en-US" sz="1800" spc="-1" strike="noStrike">
              <a:solidFill>
                <a:schemeClr val="dk1"/>
              </a:solidFill>
              <a:latin typeface="Arial"/>
            </a:endParaRPr>
          </a:p>
          <a:p>
            <a:pPr marL="343080" indent="-343080" defTabSz="914400">
              <a:lnSpc>
                <a:spcPct val="100000"/>
              </a:lnSpc>
              <a:spcBef>
                <a:spcPts val="601"/>
              </a:spcBef>
              <a:buClr>
                <a:srgbClr val="000000"/>
              </a:buClr>
              <a:buFont typeface="Arial Narrow"/>
              <a:buChar char="―"/>
            </a:pPr>
            <a:r>
              <a:rPr b="0" lang="en-US" sz="1800" spc="-1" strike="noStrike">
                <a:solidFill>
                  <a:schemeClr val="dk1"/>
                </a:solidFill>
                <a:latin typeface="Arial"/>
              </a:rPr>
              <a:t>Horizontal spacing of grid lines relative to sec/division setting.</a:t>
            </a:r>
            <a:endParaRPr b="0" lang="en-US" sz="1800" spc="-1" strike="noStrike">
              <a:solidFill>
                <a:schemeClr val="dk1"/>
              </a:solidFill>
              <a:latin typeface="Arial"/>
            </a:endParaRPr>
          </a:p>
        </p:txBody>
      </p:sp>
      <p:sp>
        <p:nvSpPr>
          <p:cNvPr id="431" name="TextBox 7"/>
          <p:cNvSpPr/>
          <p:nvPr/>
        </p:nvSpPr>
        <p:spPr>
          <a:xfrm rot="16200000">
            <a:off x="2940840" y="2747160"/>
            <a:ext cx="78264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pc="-1" strike="noStrike">
                <a:solidFill>
                  <a:schemeClr val="dk1"/>
                </a:solidFill>
                <a:latin typeface="Arial"/>
              </a:rPr>
              <a:t>Volts</a:t>
            </a:r>
            <a:endParaRPr b="0" lang="de-DE" sz="2000" spc="-1" strike="noStrike">
              <a:solidFill>
                <a:srgbClr val="000000"/>
              </a:solidFill>
              <a:latin typeface="Arial"/>
            </a:endParaRPr>
          </a:p>
        </p:txBody>
      </p:sp>
      <p:sp>
        <p:nvSpPr>
          <p:cNvPr id="432" name="TextBox 8"/>
          <p:cNvSpPr/>
          <p:nvPr/>
        </p:nvSpPr>
        <p:spPr>
          <a:xfrm>
            <a:off x="5901120" y="4659120"/>
            <a:ext cx="76932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pc="-1" strike="noStrike">
                <a:solidFill>
                  <a:schemeClr val="dk1"/>
                </a:solidFill>
                <a:latin typeface="Arial"/>
              </a:rPr>
              <a:t>Time</a:t>
            </a:r>
            <a:endParaRPr b="0" lang="de-DE" sz="2000" spc="-1" strike="noStrike">
              <a:solidFill>
                <a:srgbClr val="000000"/>
              </a:solidFill>
              <a:latin typeface="Arial"/>
            </a:endParaRPr>
          </a:p>
        </p:txBody>
      </p:sp>
      <p:cxnSp>
        <p:nvCxnSpPr>
          <p:cNvPr id="433" name="Straight Arrow Connector 10"/>
          <p:cNvCxnSpPr/>
          <p:nvPr/>
        </p:nvCxnSpPr>
        <p:spPr>
          <a:xfrm flipV="1">
            <a:off x="3331440" y="1325880"/>
            <a:ext cx="2160" cy="1067040"/>
          </a:xfrm>
          <a:prstGeom prst="straightConnector1">
            <a:avLst/>
          </a:prstGeom>
          <a:ln w="25400">
            <a:solidFill>
              <a:srgbClr val="000000"/>
            </a:solidFill>
            <a:round/>
            <a:tailEnd len="med" type="arrow" w="med"/>
          </a:ln>
        </p:spPr>
      </p:cxnSp>
      <p:cxnSp>
        <p:nvCxnSpPr>
          <p:cNvPr id="434" name="Straight Arrow Connector 11"/>
          <p:cNvCxnSpPr/>
          <p:nvPr/>
        </p:nvCxnSpPr>
        <p:spPr>
          <a:xfrm>
            <a:off x="3332520" y="3534840"/>
            <a:ext cx="1800" cy="1143360"/>
          </a:xfrm>
          <a:prstGeom prst="straightConnector1">
            <a:avLst/>
          </a:prstGeom>
          <a:ln w="25400">
            <a:solidFill>
              <a:srgbClr val="000000"/>
            </a:solidFill>
            <a:round/>
            <a:tailEnd len="med" type="arrow" w="med"/>
          </a:ln>
        </p:spPr>
      </p:cxnSp>
      <p:cxnSp>
        <p:nvCxnSpPr>
          <p:cNvPr id="435" name="Straight Arrow Connector 13"/>
          <p:cNvCxnSpPr/>
          <p:nvPr/>
        </p:nvCxnSpPr>
        <p:spPr>
          <a:xfrm flipH="1" flipV="1">
            <a:off x="3688560" y="4887360"/>
            <a:ext cx="2056320" cy="2160"/>
          </a:xfrm>
          <a:prstGeom prst="straightConnector1">
            <a:avLst/>
          </a:prstGeom>
          <a:ln w="25400">
            <a:solidFill>
              <a:srgbClr val="000000"/>
            </a:solidFill>
            <a:round/>
            <a:tailEnd len="med" type="arrow" w="med"/>
          </a:ln>
        </p:spPr>
      </p:cxnSp>
      <p:cxnSp>
        <p:nvCxnSpPr>
          <p:cNvPr id="436" name="Straight Arrow Connector 15"/>
          <p:cNvCxnSpPr/>
          <p:nvPr/>
        </p:nvCxnSpPr>
        <p:spPr>
          <a:xfrm>
            <a:off x="6887520" y="4887360"/>
            <a:ext cx="2059200" cy="2160"/>
          </a:xfrm>
          <a:prstGeom prst="straightConnector1">
            <a:avLst/>
          </a:prstGeom>
          <a:ln w="25400">
            <a:solidFill>
              <a:srgbClr val="000000"/>
            </a:solidFill>
            <a:round/>
            <a:tailEnd len="med" type="arrow" w="med"/>
          </a:ln>
        </p:spPr>
      </p:cxnSp>
      <p:sp>
        <p:nvSpPr>
          <p:cNvPr id="437" name="Oval 19"/>
          <p:cNvSpPr/>
          <p:nvPr/>
        </p:nvSpPr>
        <p:spPr>
          <a:xfrm>
            <a:off x="7544520" y="1067760"/>
            <a:ext cx="685440" cy="38052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38" name="Oval 20"/>
          <p:cNvSpPr/>
          <p:nvPr/>
        </p:nvSpPr>
        <p:spPr>
          <a:xfrm>
            <a:off x="3596400" y="1082160"/>
            <a:ext cx="685440" cy="38052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39" name="TextBox 21"/>
          <p:cNvSpPr/>
          <p:nvPr/>
        </p:nvSpPr>
        <p:spPr>
          <a:xfrm>
            <a:off x="3700440" y="1443960"/>
            <a:ext cx="178596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rgbClr val="ffff00"/>
                </a:solidFill>
                <a:latin typeface="Arial"/>
              </a:rPr>
              <a:t>Vertical = 1 V/div</a:t>
            </a:r>
            <a:endParaRPr b="0" lang="de-DE" sz="1600" spc="-1" strike="noStrike">
              <a:solidFill>
                <a:srgbClr val="000000"/>
              </a:solidFill>
              <a:latin typeface="Arial"/>
            </a:endParaRPr>
          </a:p>
        </p:txBody>
      </p:sp>
      <p:sp>
        <p:nvSpPr>
          <p:cNvPr id="440" name="TextBox 22"/>
          <p:cNvSpPr/>
          <p:nvPr/>
        </p:nvSpPr>
        <p:spPr>
          <a:xfrm>
            <a:off x="6827400" y="1443960"/>
            <a:ext cx="214992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rgbClr val="ffff00"/>
                </a:solidFill>
                <a:latin typeface="Arial"/>
              </a:rPr>
              <a:t>Horizontal = 1 µs/div</a:t>
            </a:r>
            <a:endParaRPr b="0" lang="de-DE" sz="1600" spc="-1" strike="noStrike">
              <a:solidFill>
                <a:srgbClr val="000000"/>
              </a:solidFill>
              <a:latin typeface="Arial"/>
            </a:endParaRPr>
          </a:p>
        </p:txBody>
      </p:sp>
      <p:cxnSp>
        <p:nvCxnSpPr>
          <p:cNvPr id="441" name="Straight Arrow Connector 14"/>
          <p:cNvCxnSpPr/>
          <p:nvPr/>
        </p:nvCxnSpPr>
        <p:spPr>
          <a:xfrm flipH="1">
            <a:off x="7887600" y="1868040"/>
            <a:ext cx="276480" cy="1800"/>
          </a:xfrm>
          <a:prstGeom prst="straightConnector1">
            <a:avLst/>
          </a:prstGeom>
          <a:ln w="25400">
            <a:solidFill>
              <a:srgbClr val="ffff00"/>
            </a:solidFill>
            <a:round/>
            <a:tailEnd len="med" type="arrow" w="med"/>
          </a:ln>
        </p:spPr>
      </p:cxnSp>
      <p:cxnSp>
        <p:nvCxnSpPr>
          <p:cNvPr id="442" name="Straight Arrow Connector 16"/>
          <p:cNvCxnSpPr/>
          <p:nvPr/>
        </p:nvCxnSpPr>
        <p:spPr>
          <a:xfrm>
            <a:off x="7077960" y="1868040"/>
            <a:ext cx="295560" cy="1800"/>
          </a:xfrm>
          <a:prstGeom prst="straightConnector1">
            <a:avLst/>
          </a:prstGeom>
          <a:ln w="25400">
            <a:solidFill>
              <a:srgbClr val="ffff00"/>
            </a:solidFill>
            <a:round/>
            <a:tailEnd len="med" type="arrow" w="med"/>
          </a:ln>
        </p:spPr>
      </p:cxnSp>
      <p:sp>
        <p:nvSpPr>
          <p:cNvPr id="443" name="TextBox 17"/>
          <p:cNvSpPr/>
          <p:nvPr/>
        </p:nvSpPr>
        <p:spPr>
          <a:xfrm>
            <a:off x="7366680" y="1725480"/>
            <a:ext cx="514800" cy="257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100" spc="-1" strike="noStrike">
                <a:solidFill>
                  <a:srgbClr val="ffff00"/>
                </a:solidFill>
                <a:latin typeface="Arial"/>
              </a:rPr>
              <a:t>1 Div</a:t>
            </a:r>
            <a:endParaRPr b="0" lang="de-DE" sz="1100" spc="-1" strike="noStrike">
              <a:solidFill>
                <a:srgbClr val="000000"/>
              </a:solidFill>
              <a:latin typeface="Arial"/>
            </a:endParaRPr>
          </a:p>
        </p:txBody>
      </p:sp>
      <p:cxnSp>
        <p:nvCxnSpPr>
          <p:cNvPr id="444" name="Straight Arrow Connector 29"/>
          <p:cNvCxnSpPr/>
          <p:nvPr/>
        </p:nvCxnSpPr>
        <p:spPr>
          <a:xfrm flipV="1">
            <a:off x="5592960" y="2163240"/>
            <a:ext cx="2160" cy="276840"/>
          </a:xfrm>
          <a:prstGeom prst="straightConnector1">
            <a:avLst/>
          </a:prstGeom>
          <a:ln w="25400">
            <a:solidFill>
              <a:srgbClr val="ffff00"/>
            </a:solidFill>
            <a:round/>
            <a:tailEnd len="med" type="arrow" w="med"/>
          </a:ln>
        </p:spPr>
      </p:cxnSp>
      <p:cxnSp>
        <p:nvCxnSpPr>
          <p:cNvPr id="445" name="Straight Arrow Connector 32"/>
          <p:cNvCxnSpPr/>
          <p:nvPr/>
        </p:nvCxnSpPr>
        <p:spPr>
          <a:xfrm>
            <a:off x="5592960" y="1439280"/>
            <a:ext cx="2160" cy="305280"/>
          </a:xfrm>
          <a:prstGeom prst="straightConnector1">
            <a:avLst/>
          </a:prstGeom>
          <a:ln w="25400">
            <a:solidFill>
              <a:srgbClr val="ffff00"/>
            </a:solidFill>
            <a:round/>
            <a:tailEnd len="med" type="arrow" w="med"/>
          </a:ln>
        </p:spPr>
      </p:cxnSp>
      <p:sp>
        <p:nvSpPr>
          <p:cNvPr id="446" name="TextBox 35"/>
          <p:cNvSpPr/>
          <p:nvPr/>
        </p:nvSpPr>
        <p:spPr>
          <a:xfrm rot="16200000">
            <a:off x="5335560" y="1827360"/>
            <a:ext cx="514440" cy="257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100" spc="-1" strike="noStrike">
                <a:solidFill>
                  <a:srgbClr val="ffff00"/>
                </a:solidFill>
                <a:latin typeface="Arial"/>
              </a:rPr>
              <a:t>1 Div</a:t>
            </a:r>
            <a:endParaRPr b="0" lang="de-DE" sz="1100" spc="-1" strike="noStrike">
              <a:solidFill>
                <a:srgbClr val="000000"/>
              </a:solidFill>
              <a:latin typeface="Arial"/>
            </a:endParaRPr>
          </a:p>
        </p:txBody>
      </p:sp>
      <p:sp>
        <p:nvSpPr>
          <p:cNvPr id="4" name="PlaceHolder 3"/>
          <p:cNvSpPr>
            <a:spLocks noGrp="1"/>
          </p:cNvSpPr>
          <p:nvPr>
            <p:ph type="sldNum" idx="23"/>
          </p:nvPr>
        </p:nvSpPr>
        <p:spPr/>
        <p:txBody>
          <a:bodyPr/>
          <a:p>
            <a:fld id="{5A369351-92A3-46CB-B604-9BEF098ACEF4}"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7" name="Picture 23" descr="Scope Screen1.png"/>
          <p:cNvPicPr/>
          <p:nvPr/>
        </p:nvPicPr>
        <p:blipFill>
          <a:blip r:embed="rId1"/>
          <a:stretch/>
        </p:blipFill>
        <p:spPr>
          <a:xfrm>
            <a:off x="3444840" y="1290960"/>
            <a:ext cx="5475600" cy="3511440"/>
          </a:xfrm>
          <a:prstGeom prst="rect">
            <a:avLst/>
          </a:prstGeom>
          <a:ln w="0">
            <a:noFill/>
          </a:ln>
        </p:spPr>
      </p:pic>
      <p:sp>
        <p:nvSpPr>
          <p:cNvPr id="448"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Making Measurements</a:t>
            </a:r>
            <a:endParaRPr b="0" lang="en-US" sz="3200" spc="-1" strike="noStrike">
              <a:solidFill>
                <a:schemeClr val="dk1"/>
              </a:solidFill>
              <a:latin typeface="Arial"/>
            </a:endParaRPr>
          </a:p>
        </p:txBody>
      </p:sp>
      <p:sp>
        <p:nvSpPr>
          <p:cNvPr id="449" name="PlaceHolder 2"/>
          <p:cNvSpPr>
            <a:spLocks noGrp="1"/>
          </p:cNvSpPr>
          <p:nvPr>
            <p:ph/>
          </p:nvPr>
        </p:nvSpPr>
        <p:spPr>
          <a:xfrm>
            <a:off x="2492280" y="4876920"/>
            <a:ext cx="7171920" cy="1142640"/>
          </a:xfrm>
          <a:prstGeom prst="rect">
            <a:avLst/>
          </a:prstGeom>
          <a:noFill/>
          <a:ln w="0">
            <a:noFill/>
          </a:ln>
        </p:spPr>
        <p:txBody>
          <a:bodyPr lIns="0" rIns="0" tIns="0" bIns="0" anchor="t">
            <a:noAutofit/>
          </a:bodyPr>
          <a:p>
            <a:pPr marL="285840" indent="-285840" defTabSz="914400">
              <a:lnSpc>
                <a:spcPct val="100000"/>
              </a:lnSpc>
              <a:spcBef>
                <a:spcPts val="601"/>
              </a:spcBef>
              <a:buClr>
                <a:srgbClr val="000000"/>
              </a:buClr>
              <a:buFont typeface="Arial"/>
              <a:buChar char="−"/>
            </a:pPr>
            <a:r>
              <a:rPr b="0" lang="en-US" sz="1800" spc="-1" strike="noStrike">
                <a:solidFill>
                  <a:schemeClr val="dk1"/>
                </a:solidFill>
                <a:latin typeface="Arial"/>
              </a:rPr>
              <a:t>Period (T) = 4 divisions x 1 µs/div = 4 µs, Freq = 1/T = 250 kHz.</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a:buChar char="−"/>
            </a:pPr>
            <a:r>
              <a:rPr b="0" lang="en-US" sz="1800" spc="-1" strike="noStrike">
                <a:solidFill>
                  <a:schemeClr val="dk1"/>
                </a:solidFill>
                <a:latin typeface="Arial"/>
              </a:rPr>
              <a:t>V p-p = 6 divisions x 1 V/div = 6 V p-p</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a:buChar char="−"/>
            </a:pPr>
            <a:r>
              <a:rPr b="0" lang="en-US" sz="1800" spc="-1" strike="noStrike">
                <a:solidFill>
                  <a:schemeClr val="dk1"/>
                </a:solidFill>
                <a:latin typeface="Arial"/>
              </a:rPr>
              <a:t>V max = +4 divisions x 1 V/div = +4 V </a:t>
            </a:r>
            <a:r>
              <a:rPr b="0" lang="en-US" sz="1800" spc="-1" strike="noStrike">
                <a:solidFill>
                  <a:schemeClr val="dk1"/>
                </a:solidFill>
                <a:latin typeface="Wingdings"/>
              </a:rPr>
              <a:t></a:t>
            </a:r>
            <a:r>
              <a:rPr b="0" lang="en-US" sz="1800" spc="-1" strike="noStrike">
                <a:solidFill>
                  <a:schemeClr val="dk1"/>
                </a:solidFill>
                <a:latin typeface="Arial"/>
              </a:rPr>
              <a:t> </a:t>
            </a:r>
            <a:r>
              <a:rPr b="0" lang="en-US" sz="1800" spc="-1" strike="noStrike">
                <a:solidFill>
                  <a:srgbClr val="ff0000"/>
                </a:solidFill>
                <a:latin typeface="Arial"/>
              </a:rPr>
              <a:t>V min = ?</a:t>
            </a: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p:txBody>
      </p:sp>
      <p:sp>
        <p:nvSpPr>
          <p:cNvPr id="450" name="TextBox 7"/>
          <p:cNvSpPr/>
          <p:nvPr/>
        </p:nvSpPr>
        <p:spPr>
          <a:xfrm rot="16200000">
            <a:off x="5356440" y="2961720"/>
            <a:ext cx="62568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V p-p</a:t>
            </a:r>
            <a:endParaRPr b="0" lang="de-DE" sz="1400" spc="-1" strike="noStrike">
              <a:solidFill>
                <a:srgbClr val="000000"/>
              </a:solidFill>
              <a:latin typeface="Arial"/>
            </a:endParaRPr>
          </a:p>
        </p:txBody>
      </p:sp>
      <p:sp>
        <p:nvSpPr>
          <p:cNvPr id="451" name="TextBox 8"/>
          <p:cNvSpPr/>
          <p:nvPr/>
        </p:nvSpPr>
        <p:spPr>
          <a:xfrm>
            <a:off x="6390720" y="4350240"/>
            <a:ext cx="73584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Period</a:t>
            </a:r>
            <a:endParaRPr b="0" lang="de-DE" sz="1400" spc="-1" strike="noStrike">
              <a:solidFill>
                <a:srgbClr val="000000"/>
              </a:solidFill>
              <a:latin typeface="Arial"/>
            </a:endParaRPr>
          </a:p>
        </p:txBody>
      </p:sp>
      <p:cxnSp>
        <p:nvCxnSpPr>
          <p:cNvPr id="452" name="Straight Arrow Connector 11"/>
          <p:cNvCxnSpPr/>
          <p:nvPr/>
        </p:nvCxnSpPr>
        <p:spPr>
          <a:xfrm>
            <a:off x="5701680" y="3481920"/>
            <a:ext cx="1800" cy="838800"/>
          </a:xfrm>
          <a:prstGeom prst="straightConnector1">
            <a:avLst/>
          </a:prstGeom>
          <a:ln w="25400">
            <a:solidFill>
              <a:srgbClr val="ffff00"/>
            </a:solidFill>
            <a:round/>
            <a:tailEnd len="med" type="arrow" w="med"/>
          </a:ln>
        </p:spPr>
      </p:cxnSp>
      <p:cxnSp>
        <p:nvCxnSpPr>
          <p:cNvPr id="453" name="Straight Arrow Connector 15"/>
          <p:cNvCxnSpPr/>
          <p:nvPr/>
        </p:nvCxnSpPr>
        <p:spPr>
          <a:xfrm>
            <a:off x="7272720" y="4497840"/>
            <a:ext cx="610200" cy="2160"/>
          </a:xfrm>
          <a:prstGeom prst="straightConnector1">
            <a:avLst/>
          </a:prstGeom>
          <a:ln w="25400">
            <a:solidFill>
              <a:srgbClr val="ffff00"/>
            </a:solidFill>
            <a:round/>
            <a:tailEnd len="med" type="arrow" w="med"/>
          </a:ln>
        </p:spPr>
      </p:cxnSp>
      <p:sp>
        <p:nvSpPr>
          <p:cNvPr id="454" name="Oval 19"/>
          <p:cNvSpPr/>
          <p:nvPr/>
        </p:nvSpPr>
        <p:spPr>
          <a:xfrm>
            <a:off x="7473600" y="1192680"/>
            <a:ext cx="685440" cy="38052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55" name="Oval 20"/>
          <p:cNvSpPr/>
          <p:nvPr/>
        </p:nvSpPr>
        <p:spPr>
          <a:xfrm>
            <a:off x="3525480" y="1207080"/>
            <a:ext cx="685440" cy="38052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56" name="TextBox 21"/>
          <p:cNvSpPr/>
          <p:nvPr/>
        </p:nvSpPr>
        <p:spPr>
          <a:xfrm>
            <a:off x="3621240" y="1568880"/>
            <a:ext cx="159228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Vertical = 1 V/div</a:t>
            </a:r>
            <a:endParaRPr b="0" lang="de-DE" sz="1400" spc="-1" strike="noStrike">
              <a:solidFill>
                <a:srgbClr val="000000"/>
              </a:solidFill>
              <a:latin typeface="Arial"/>
            </a:endParaRPr>
          </a:p>
        </p:txBody>
      </p:sp>
      <p:sp>
        <p:nvSpPr>
          <p:cNvPr id="457" name="TextBox 22"/>
          <p:cNvSpPr/>
          <p:nvPr/>
        </p:nvSpPr>
        <p:spPr>
          <a:xfrm>
            <a:off x="6746040" y="1568880"/>
            <a:ext cx="191232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Horizontal = 1 µs/div</a:t>
            </a:r>
            <a:endParaRPr b="0" lang="de-DE" sz="1400" spc="-1" strike="noStrike">
              <a:solidFill>
                <a:srgbClr val="000000"/>
              </a:solidFill>
              <a:latin typeface="Arial"/>
            </a:endParaRPr>
          </a:p>
        </p:txBody>
      </p:sp>
      <p:cxnSp>
        <p:nvCxnSpPr>
          <p:cNvPr id="458" name="Straight Arrow Connector 16"/>
          <p:cNvCxnSpPr/>
          <p:nvPr/>
        </p:nvCxnSpPr>
        <p:spPr>
          <a:xfrm flipV="1">
            <a:off x="5701680" y="1849320"/>
            <a:ext cx="1800" cy="914760"/>
          </a:xfrm>
          <a:prstGeom prst="straightConnector1">
            <a:avLst/>
          </a:prstGeom>
          <a:ln w="25400">
            <a:solidFill>
              <a:srgbClr val="ffff00"/>
            </a:solidFill>
            <a:round/>
            <a:tailEnd len="med" type="arrow" w="med"/>
          </a:ln>
        </p:spPr>
      </p:cxnSp>
      <p:cxnSp>
        <p:nvCxnSpPr>
          <p:cNvPr id="459" name="Straight Arrow Connector 29"/>
          <p:cNvCxnSpPr/>
          <p:nvPr/>
        </p:nvCxnSpPr>
        <p:spPr>
          <a:xfrm flipH="1">
            <a:off x="5716080" y="4497840"/>
            <a:ext cx="624600" cy="2160"/>
          </a:xfrm>
          <a:prstGeom prst="straightConnector1">
            <a:avLst/>
          </a:prstGeom>
          <a:ln w="25400">
            <a:solidFill>
              <a:srgbClr val="ffff00"/>
            </a:solidFill>
            <a:round/>
            <a:tailEnd len="med" type="arrow" w="med"/>
          </a:ln>
        </p:spPr>
      </p:cxnSp>
      <p:sp>
        <p:nvSpPr>
          <p:cNvPr id="460" name="TextBox 31"/>
          <p:cNvSpPr/>
          <p:nvPr/>
        </p:nvSpPr>
        <p:spPr>
          <a:xfrm rot="16200000">
            <a:off x="4288320" y="2495520"/>
            <a:ext cx="70488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V max</a:t>
            </a:r>
            <a:endParaRPr b="0" lang="de-DE" sz="1400" spc="-1" strike="noStrike">
              <a:solidFill>
                <a:srgbClr val="000000"/>
              </a:solidFill>
              <a:latin typeface="Arial"/>
            </a:endParaRPr>
          </a:p>
        </p:txBody>
      </p:sp>
      <p:cxnSp>
        <p:nvCxnSpPr>
          <p:cNvPr id="461" name="Straight Arrow Connector 32"/>
          <p:cNvCxnSpPr/>
          <p:nvPr/>
        </p:nvCxnSpPr>
        <p:spPr>
          <a:xfrm flipV="1">
            <a:off x="4654440" y="1907280"/>
            <a:ext cx="1800" cy="381240"/>
          </a:xfrm>
          <a:prstGeom prst="straightConnector1">
            <a:avLst/>
          </a:prstGeom>
          <a:ln w="25400">
            <a:solidFill>
              <a:srgbClr val="ffff00"/>
            </a:solidFill>
            <a:round/>
            <a:tailEnd len="med" type="arrow" w="med"/>
          </a:ln>
        </p:spPr>
      </p:cxnSp>
      <p:cxnSp>
        <p:nvCxnSpPr>
          <p:cNvPr id="462" name="Straight Arrow Connector 34"/>
          <p:cNvCxnSpPr/>
          <p:nvPr/>
        </p:nvCxnSpPr>
        <p:spPr>
          <a:xfrm flipV="1">
            <a:off x="4653360" y="3058200"/>
            <a:ext cx="2160" cy="457560"/>
          </a:xfrm>
          <a:prstGeom prst="straightConnector1">
            <a:avLst/>
          </a:prstGeom>
          <a:ln w="25400">
            <a:solidFill>
              <a:srgbClr val="ffff00"/>
            </a:solidFill>
            <a:round/>
            <a:headEnd len="med" type="oval" w="med"/>
          </a:ln>
        </p:spPr>
      </p:cxnSp>
      <p:sp>
        <p:nvSpPr>
          <p:cNvPr id="463" name="TextBox 38"/>
          <p:cNvSpPr/>
          <p:nvPr/>
        </p:nvSpPr>
        <p:spPr>
          <a:xfrm>
            <a:off x="1539720" y="3169440"/>
            <a:ext cx="190476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pc="-1" strike="noStrike">
                <a:solidFill>
                  <a:schemeClr val="dk1"/>
                </a:solidFill>
                <a:latin typeface="Arial"/>
              </a:rPr>
              <a:t>Ground level (0.0 V) indicator</a:t>
            </a:r>
            <a:endParaRPr b="0" lang="de-DE" sz="1400" spc="-1" strike="noStrike">
              <a:solidFill>
                <a:srgbClr val="000000"/>
              </a:solidFill>
              <a:latin typeface="Arial"/>
            </a:endParaRPr>
          </a:p>
        </p:txBody>
      </p:sp>
      <p:cxnSp>
        <p:nvCxnSpPr>
          <p:cNvPr id="464" name="Straight Arrow Connector 43"/>
          <p:cNvCxnSpPr/>
          <p:nvPr/>
        </p:nvCxnSpPr>
        <p:spPr>
          <a:xfrm>
            <a:off x="2987280" y="3554640"/>
            <a:ext cx="381600" cy="1800"/>
          </a:xfrm>
          <a:prstGeom prst="straightConnector1">
            <a:avLst/>
          </a:prstGeom>
          <a:ln w="25400">
            <a:solidFill>
              <a:srgbClr val="000000"/>
            </a:solidFill>
            <a:round/>
            <a:tailEnd len="med" type="arrow" w="med"/>
          </a:ln>
        </p:spPr>
      </p:cxnSp>
      <p:sp>
        <p:nvSpPr>
          <p:cNvPr id="465" name="Oval 25"/>
          <p:cNvSpPr/>
          <p:nvPr/>
        </p:nvSpPr>
        <p:spPr>
          <a:xfrm>
            <a:off x="3383280" y="3402360"/>
            <a:ext cx="304560" cy="30456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66" name="Rectangle 3"/>
          <p:cNvSpPr/>
          <p:nvPr/>
        </p:nvSpPr>
        <p:spPr>
          <a:xfrm>
            <a:off x="2280240" y="708840"/>
            <a:ext cx="723852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601"/>
              </a:spcBef>
              <a:tabLst>
                <a:tab algn="l" pos="0"/>
              </a:tabLst>
            </a:pPr>
            <a:r>
              <a:rPr b="0" lang="en-US" sz="2000" spc="-1" strike="noStrike">
                <a:solidFill>
                  <a:schemeClr val="dk2"/>
                </a:solidFill>
                <a:latin typeface="Arial Narrow"/>
              </a:rPr>
              <a:t>Visual estimation – </a:t>
            </a:r>
            <a:r>
              <a:rPr b="0" lang="en-US" sz="2000" spc="-1" strike="noStrike">
                <a:solidFill>
                  <a:schemeClr val="dk2"/>
                </a:solidFill>
                <a:latin typeface="Arial Narrow"/>
              </a:rPr>
              <a:t>The most common measurement technique</a:t>
            </a:r>
            <a:endParaRPr b="0" lang="de-DE" sz="2000" spc="-1" strike="noStrike">
              <a:solidFill>
                <a:srgbClr val="000000"/>
              </a:solidFill>
              <a:latin typeface="Arial"/>
            </a:endParaRPr>
          </a:p>
          <a:p>
            <a:pPr defTabSz="914400">
              <a:lnSpc>
                <a:spcPct val="100000"/>
              </a:lnSpc>
              <a:spcBef>
                <a:spcPts val="601"/>
              </a:spcBef>
              <a:tabLst>
                <a:tab algn="l" pos="0"/>
              </a:tabLst>
            </a:pPr>
            <a:endParaRPr b="0" lang="de-DE" sz="2000" spc="-1" strike="noStrike">
              <a:solidFill>
                <a:srgbClr val="000000"/>
              </a:solidFill>
              <a:latin typeface="Arial"/>
            </a:endParaRPr>
          </a:p>
        </p:txBody>
      </p:sp>
      <p:sp>
        <p:nvSpPr>
          <p:cNvPr id="4" name="PlaceHolder 3"/>
          <p:cNvSpPr>
            <a:spLocks noGrp="1"/>
          </p:cNvSpPr>
          <p:nvPr>
            <p:ph type="sldNum" idx="20"/>
          </p:nvPr>
        </p:nvSpPr>
        <p:spPr/>
        <p:txBody>
          <a:bodyPr/>
          <a:p>
            <a:fld id="{4304B8DF-BE1B-4C55-A2B8-2B21E6D98C86}"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67" name="Group 3"/>
          <p:cNvGrpSpPr/>
          <p:nvPr/>
        </p:nvGrpSpPr>
        <p:grpSpPr>
          <a:xfrm>
            <a:off x="2209680" y="1207800"/>
            <a:ext cx="5790960" cy="3484440"/>
            <a:chOff x="2209680" y="1207800"/>
            <a:chExt cx="5790960" cy="3484440"/>
          </a:xfrm>
        </p:grpSpPr>
        <p:pic>
          <p:nvPicPr>
            <p:cNvPr id="468" name="Picture 24" descr="Cursors1.png"/>
            <p:cNvPicPr/>
            <p:nvPr/>
          </p:nvPicPr>
          <p:blipFill>
            <a:blip r:embed="rId1"/>
            <a:stretch/>
          </p:blipFill>
          <p:spPr>
            <a:xfrm>
              <a:off x="2209680" y="1207800"/>
              <a:ext cx="5790960" cy="3484440"/>
            </a:xfrm>
            <a:prstGeom prst="rect">
              <a:avLst/>
            </a:prstGeom>
            <a:ln w="0">
              <a:noFill/>
            </a:ln>
          </p:spPr>
        </p:pic>
        <p:sp>
          <p:nvSpPr>
            <p:cNvPr id="469" name="Rectangle 19"/>
            <p:cNvSpPr/>
            <p:nvPr/>
          </p:nvSpPr>
          <p:spPr>
            <a:xfrm>
              <a:off x="7072920" y="1381680"/>
              <a:ext cx="851400" cy="2574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sp>
        <p:nvSpPr>
          <p:cNvPr id="470"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Making Measurements</a:t>
            </a:r>
            <a:endParaRPr b="0" lang="en-US" sz="3200" spc="-1" strike="noStrike">
              <a:solidFill>
                <a:schemeClr val="dk1"/>
              </a:solidFill>
              <a:latin typeface="Arial"/>
            </a:endParaRPr>
          </a:p>
        </p:txBody>
      </p:sp>
      <p:sp>
        <p:nvSpPr>
          <p:cNvPr id="471" name="PlaceHolder 2"/>
          <p:cNvSpPr>
            <a:spLocks noGrp="1"/>
          </p:cNvSpPr>
          <p:nvPr>
            <p:ph/>
          </p:nvPr>
        </p:nvSpPr>
        <p:spPr>
          <a:xfrm>
            <a:off x="2512800" y="5029200"/>
            <a:ext cx="7171920" cy="1578240"/>
          </a:xfrm>
          <a:prstGeom prst="rect">
            <a:avLst/>
          </a:prstGeom>
          <a:noFill/>
          <a:ln w="0">
            <a:noFill/>
          </a:ln>
        </p:spPr>
        <p:txBody>
          <a:bodyPr lIns="0" rIns="0" tIns="0" bIns="0" anchor="t">
            <a:noAutofit/>
          </a:bodyPr>
          <a:p>
            <a:pPr marL="285840" indent="-285840" defTabSz="914400">
              <a:lnSpc>
                <a:spcPct val="100000"/>
              </a:lnSpc>
              <a:spcBef>
                <a:spcPts val="601"/>
              </a:spcBef>
              <a:buClr>
                <a:srgbClr val="000000"/>
              </a:buClr>
              <a:buFont typeface="Arial Narrow"/>
              <a:buChar char="―"/>
            </a:pPr>
            <a:r>
              <a:rPr b="0" lang="en-US" sz="1800" spc="-1" strike="noStrike">
                <a:solidFill>
                  <a:schemeClr val="dk1"/>
                </a:solidFill>
                <a:latin typeface="Arial"/>
              </a:rPr>
              <a:t>Manually position X &amp; Y cursors to desired measurement points.</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Narrow"/>
              <a:buChar char="―"/>
            </a:pPr>
            <a:r>
              <a:rPr b="0" lang="en-US" sz="1800" spc="-1" strike="noStrike">
                <a:solidFill>
                  <a:schemeClr val="dk1"/>
                </a:solidFill>
                <a:latin typeface="Arial"/>
              </a:rPr>
              <a:t>Scope automatically multiplies by the vertical and horizontal scaling factors to provide absolute and delta measurements. </a:t>
            </a: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p:txBody>
      </p:sp>
      <p:sp>
        <p:nvSpPr>
          <p:cNvPr id="472" name="PlaceHolder 3"/>
          <p:cNvSpPr>
            <a:spLocks noGrp="1"/>
          </p:cNvSpPr>
          <p:nvPr>
            <p:ph/>
          </p:nvPr>
        </p:nvSpPr>
        <p:spPr>
          <a:xfrm>
            <a:off x="1015920" y="685800"/>
            <a:ext cx="9651600" cy="45684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2000" spc="-1" strike="noStrike">
                <a:solidFill>
                  <a:schemeClr val="dk2"/>
                </a:solidFill>
                <a:latin typeface="Arial Narrow"/>
              </a:rPr>
              <a:t>Using cursors</a:t>
            </a:r>
            <a:endParaRPr b="0" lang="en-US" sz="2000" spc="-1" strike="noStrike">
              <a:solidFill>
                <a:schemeClr val="dk1"/>
              </a:solidFill>
              <a:latin typeface="Arial"/>
            </a:endParaRPr>
          </a:p>
        </p:txBody>
      </p:sp>
      <p:pic>
        <p:nvPicPr>
          <p:cNvPr id="473" name="Picture 25" descr="Fig10.PNG"/>
          <p:cNvPicPr/>
          <p:nvPr/>
        </p:nvPicPr>
        <p:blipFill>
          <a:blip r:embed="rId2"/>
          <a:stretch/>
        </p:blipFill>
        <p:spPr>
          <a:xfrm>
            <a:off x="8381880" y="1207800"/>
            <a:ext cx="1809360" cy="1428480"/>
          </a:xfrm>
          <a:prstGeom prst="rect">
            <a:avLst/>
          </a:prstGeom>
          <a:ln w="0">
            <a:noFill/>
          </a:ln>
        </p:spPr>
      </p:pic>
      <p:sp>
        <p:nvSpPr>
          <p:cNvPr id="474" name="TextBox 26"/>
          <p:cNvSpPr/>
          <p:nvPr/>
        </p:nvSpPr>
        <p:spPr>
          <a:xfrm rot="16200000">
            <a:off x="3594600" y="2593080"/>
            <a:ext cx="103248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X1 Cursor</a:t>
            </a:r>
            <a:endParaRPr b="0" lang="de-DE" sz="1400" spc="-1" strike="noStrike">
              <a:solidFill>
                <a:srgbClr val="000000"/>
              </a:solidFill>
              <a:latin typeface="Arial"/>
            </a:endParaRPr>
          </a:p>
        </p:txBody>
      </p:sp>
      <p:sp>
        <p:nvSpPr>
          <p:cNvPr id="475" name="TextBox 27"/>
          <p:cNvSpPr/>
          <p:nvPr/>
        </p:nvSpPr>
        <p:spPr>
          <a:xfrm rot="16200000">
            <a:off x="5426640" y="2949480"/>
            <a:ext cx="103248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X2 Cursor</a:t>
            </a:r>
            <a:endParaRPr b="0" lang="de-DE" sz="1400" spc="-1" strike="noStrike">
              <a:solidFill>
                <a:srgbClr val="000000"/>
              </a:solidFill>
              <a:latin typeface="Arial"/>
            </a:endParaRPr>
          </a:p>
        </p:txBody>
      </p:sp>
      <p:sp>
        <p:nvSpPr>
          <p:cNvPr id="476" name="TextBox 28"/>
          <p:cNvSpPr/>
          <p:nvPr/>
        </p:nvSpPr>
        <p:spPr>
          <a:xfrm>
            <a:off x="4652640" y="3569760"/>
            <a:ext cx="103284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Y1 Cursor</a:t>
            </a:r>
            <a:endParaRPr b="0" lang="de-DE" sz="1400" spc="-1" strike="noStrike">
              <a:solidFill>
                <a:srgbClr val="000000"/>
              </a:solidFill>
              <a:latin typeface="Arial"/>
            </a:endParaRPr>
          </a:p>
        </p:txBody>
      </p:sp>
      <p:sp>
        <p:nvSpPr>
          <p:cNvPr id="477" name="TextBox 30"/>
          <p:cNvSpPr/>
          <p:nvPr/>
        </p:nvSpPr>
        <p:spPr>
          <a:xfrm>
            <a:off x="3814200" y="1436400"/>
            <a:ext cx="103284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400" spc="-1" strike="noStrike">
                <a:solidFill>
                  <a:srgbClr val="ffff00"/>
                </a:solidFill>
                <a:latin typeface="Arial"/>
              </a:rPr>
              <a:t>Y2 Cursor</a:t>
            </a:r>
            <a:endParaRPr b="0" lang="de-DE" sz="1400" spc="-1" strike="noStrike">
              <a:solidFill>
                <a:srgbClr val="000000"/>
              </a:solidFill>
              <a:latin typeface="Arial"/>
            </a:endParaRPr>
          </a:p>
        </p:txBody>
      </p:sp>
      <p:sp>
        <p:nvSpPr>
          <p:cNvPr id="478" name="Oval 33"/>
          <p:cNvSpPr/>
          <p:nvPr/>
        </p:nvSpPr>
        <p:spPr>
          <a:xfrm>
            <a:off x="6785280" y="2883960"/>
            <a:ext cx="1371240" cy="129492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79" name="Oval 35"/>
          <p:cNvSpPr/>
          <p:nvPr/>
        </p:nvSpPr>
        <p:spPr>
          <a:xfrm>
            <a:off x="4811400" y="4244760"/>
            <a:ext cx="3200040" cy="53316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80" name="TextBox 36"/>
          <p:cNvSpPr/>
          <p:nvPr/>
        </p:nvSpPr>
        <p:spPr>
          <a:xfrm>
            <a:off x="8273160" y="3354840"/>
            <a:ext cx="190476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l-GR" sz="1600" spc="-1" strike="noStrike">
                <a:solidFill>
                  <a:schemeClr val="dk1"/>
                </a:solidFill>
                <a:latin typeface="Arial"/>
              </a:rPr>
              <a:t>Δ</a:t>
            </a:r>
            <a:r>
              <a:rPr b="1" lang="en-US" sz="1600" spc="-1" strike="noStrike">
                <a:solidFill>
                  <a:schemeClr val="dk1"/>
                </a:solidFill>
                <a:latin typeface="Arial"/>
              </a:rPr>
              <a:t> Readout</a:t>
            </a:r>
            <a:endParaRPr b="0" lang="de-DE" sz="1600" spc="-1" strike="noStrike">
              <a:solidFill>
                <a:srgbClr val="000000"/>
              </a:solidFill>
              <a:latin typeface="Arial"/>
            </a:endParaRPr>
          </a:p>
        </p:txBody>
      </p:sp>
      <p:sp>
        <p:nvSpPr>
          <p:cNvPr id="481" name="TextBox 37"/>
          <p:cNvSpPr/>
          <p:nvPr/>
        </p:nvSpPr>
        <p:spPr>
          <a:xfrm>
            <a:off x="8316720" y="4215960"/>
            <a:ext cx="1904760" cy="5770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Absolute V &amp; T Readout</a:t>
            </a:r>
            <a:endParaRPr b="0" lang="de-DE" sz="1600" spc="-1" strike="noStrike">
              <a:solidFill>
                <a:srgbClr val="000000"/>
              </a:solidFill>
              <a:latin typeface="Arial"/>
            </a:endParaRPr>
          </a:p>
        </p:txBody>
      </p:sp>
      <p:cxnSp>
        <p:nvCxnSpPr>
          <p:cNvPr id="482" name="Straight Arrow Connector 39"/>
          <p:cNvCxnSpPr/>
          <p:nvPr/>
        </p:nvCxnSpPr>
        <p:spPr>
          <a:xfrm flipH="1">
            <a:off x="8153280" y="3522600"/>
            <a:ext cx="457560" cy="1800"/>
          </a:xfrm>
          <a:prstGeom prst="straightConnector1">
            <a:avLst/>
          </a:prstGeom>
          <a:ln w="25400">
            <a:solidFill>
              <a:srgbClr val="000000"/>
            </a:solidFill>
            <a:round/>
            <a:tailEnd len="med" type="arrow" w="med"/>
          </a:ln>
        </p:spPr>
      </p:cxnSp>
      <p:cxnSp>
        <p:nvCxnSpPr>
          <p:cNvPr id="483" name="Straight Arrow Connector 41"/>
          <p:cNvCxnSpPr/>
          <p:nvPr/>
        </p:nvCxnSpPr>
        <p:spPr>
          <a:xfrm flipH="1">
            <a:off x="8015400" y="4497120"/>
            <a:ext cx="457560" cy="1800"/>
          </a:xfrm>
          <a:prstGeom prst="straightConnector1">
            <a:avLst/>
          </a:prstGeom>
          <a:ln w="25400">
            <a:solidFill>
              <a:srgbClr val="000000"/>
            </a:solidFill>
            <a:round/>
            <a:tailEnd len="med" type="arrow" w="med"/>
          </a:ln>
        </p:spPr>
      </p:cxnSp>
      <p:sp>
        <p:nvSpPr>
          <p:cNvPr id="484" name="TextBox 42"/>
          <p:cNvSpPr/>
          <p:nvPr/>
        </p:nvSpPr>
        <p:spPr>
          <a:xfrm>
            <a:off x="8305920" y="2514600"/>
            <a:ext cx="190476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Cursor Controls</a:t>
            </a:r>
            <a:endParaRPr b="0" lang="de-DE" sz="1600" spc="-1" strike="noStrike">
              <a:solidFill>
                <a:srgbClr val="000000"/>
              </a:solidFill>
              <a:latin typeface="Arial"/>
            </a:endParaRPr>
          </a:p>
        </p:txBody>
      </p:sp>
      <p:sp>
        <p:nvSpPr>
          <p:cNvPr id="485" name="Rectangle 18"/>
          <p:cNvSpPr/>
          <p:nvPr/>
        </p:nvSpPr>
        <p:spPr>
          <a:xfrm>
            <a:off x="5357880" y="137160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sp>
        <p:nvSpPr>
          <p:cNvPr id="5" name="PlaceHolder 4"/>
          <p:cNvSpPr>
            <a:spLocks noGrp="1"/>
          </p:cNvSpPr>
          <p:nvPr>
            <p:ph type="sldNum" idx="20"/>
          </p:nvPr>
        </p:nvSpPr>
        <p:spPr/>
        <p:txBody>
          <a:bodyPr/>
          <a:p>
            <a:fld id="{C13B2891-B11E-472C-819E-F84F3DF75771}"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Making Measurements </a:t>
            </a:r>
            <a:endParaRPr b="0" lang="en-US" sz="3200" spc="-1" strike="noStrike">
              <a:solidFill>
                <a:schemeClr val="dk1"/>
              </a:solidFill>
              <a:latin typeface="Arial"/>
            </a:endParaRPr>
          </a:p>
        </p:txBody>
      </p:sp>
      <p:sp>
        <p:nvSpPr>
          <p:cNvPr id="487" name="PlaceHolder 2"/>
          <p:cNvSpPr>
            <a:spLocks noGrp="1"/>
          </p:cNvSpPr>
          <p:nvPr>
            <p:ph/>
          </p:nvPr>
        </p:nvSpPr>
        <p:spPr>
          <a:xfrm>
            <a:off x="2514600" y="5257800"/>
            <a:ext cx="6400440" cy="619560"/>
          </a:xfrm>
          <a:prstGeom prst="rect">
            <a:avLst/>
          </a:prstGeom>
          <a:noFill/>
          <a:ln w="0">
            <a:noFill/>
          </a:ln>
        </p:spPr>
        <p:txBody>
          <a:bodyPr lIns="0" rIns="0" tIns="0" bIns="0" anchor="t">
            <a:noAutofit/>
          </a:bodyPr>
          <a:p>
            <a:pPr marL="228600" indent="-228600" defTabSz="914400">
              <a:lnSpc>
                <a:spcPct val="100000"/>
              </a:lnSpc>
              <a:spcBef>
                <a:spcPts val="1800"/>
              </a:spcBef>
              <a:buClr>
                <a:srgbClr val="000000"/>
              </a:buClr>
              <a:buFont typeface="Arial"/>
              <a:buChar char="–"/>
            </a:pPr>
            <a:r>
              <a:rPr b="0" lang="en-US" sz="1800" spc="-1" strike="noStrike">
                <a:solidFill>
                  <a:schemeClr val="dk1"/>
                </a:solidFill>
                <a:latin typeface="Arial"/>
              </a:rPr>
              <a:t>Select up to 4 automatic parametric measurements with a continuously updated readout.</a:t>
            </a: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p:txBody>
      </p:sp>
      <p:sp>
        <p:nvSpPr>
          <p:cNvPr id="488" name="PlaceHolder 3"/>
          <p:cNvSpPr>
            <a:spLocks noGrp="1"/>
          </p:cNvSpPr>
          <p:nvPr>
            <p:ph/>
          </p:nvPr>
        </p:nvSpPr>
        <p:spPr>
          <a:xfrm>
            <a:off x="2286000" y="685800"/>
            <a:ext cx="7238520" cy="456840"/>
          </a:xfrm>
          <a:prstGeom prst="rect">
            <a:avLst/>
          </a:prstGeom>
          <a:noFill/>
          <a:ln w="0">
            <a:noFill/>
          </a:ln>
        </p:spPr>
        <p:txBody>
          <a:bodyPr lIns="0" rIns="0" tIns="0" bIns="0" anchor="t">
            <a:noAutofit/>
          </a:bodyPr>
          <a:p>
            <a:pPr indent="0" defTabSz="914400">
              <a:lnSpc>
                <a:spcPct val="100000"/>
              </a:lnSpc>
              <a:spcBef>
                <a:spcPts val="1800"/>
              </a:spcBef>
              <a:buNone/>
              <a:tabLst>
                <a:tab algn="l" pos="0"/>
              </a:tabLst>
            </a:pPr>
            <a:r>
              <a:rPr b="0" lang="en-US" sz="2000" spc="-1" strike="noStrike">
                <a:solidFill>
                  <a:schemeClr val="dk2"/>
                </a:solidFill>
                <a:latin typeface="Arial Narrow"/>
              </a:rPr>
              <a:t>Using the scope’s automatic parametric measurements</a:t>
            </a:r>
            <a:endParaRPr b="0" lang="en-US" sz="2000" spc="-1" strike="noStrike">
              <a:solidFill>
                <a:schemeClr val="dk1"/>
              </a:solidFill>
              <a:latin typeface="Arial"/>
            </a:endParaRPr>
          </a:p>
        </p:txBody>
      </p:sp>
      <p:sp>
        <p:nvSpPr>
          <p:cNvPr id="489" name="TextBox 36"/>
          <p:cNvSpPr/>
          <p:nvPr/>
        </p:nvSpPr>
        <p:spPr>
          <a:xfrm>
            <a:off x="9187560" y="3847320"/>
            <a:ext cx="190476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Readout</a:t>
            </a:r>
            <a:endParaRPr b="0" lang="de-DE" sz="1600" spc="-1" strike="noStrike">
              <a:solidFill>
                <a:srgbClr val="000000"/>
              </a:solidFill>
              <a:latin typeface="Arial"/>
            </a:endParaRPr>
          </a:p>
        </p:txBody>
      </p:sp>
      <p:cxnSp>
        <p:nvCxnSpPr>
          <p:cNvPr id="490" name="Straight Arrow Connector 39"/>
          <p:cNvCxnSpPr/>
          <p:nvPr/>
        </p:nvCxnSpPr>
        <p:spPr>
          <a:xfrm flipH="1">
            <a:off x="9187200" y="4016160"/>
            <a:ext cx="457560" cy="2160"/>
          </a:xfrm>
          <a:prstGeom prst="straightConnector1">
            <a:avLst/>
          </a:prstGeom>
          <a:ln w="25400">
            <a:solidFill>
              <a:srgbClr val="000000"/>
            </a:solidFill>
            <a:round/>
            <a:tailEnd len="med" type="arrow" w="med"/>
          </a:ln>
        </p:spPr>
      </p:cxnSp>
      <p:grpSp>
        <p:nvGrpSpPr>
          <p:cNvPr id="491" name="Group 3"/>
          <p:cNvGrpSpPr/>
          <p:nvPr/>
        </p:nvGrpSpPr>
        <p:grpSpPr>
          <a:xfrm>
            <a:off x="3167640" y="1523880"/>
            <a:ext cx="5790960" cy="3484440"/>
            <a:chOff x="3167640" y="1523880"/>
            <a:chExt cx="5790960" cy="3484440"/>
          </a:xfrm>
        </p:grpSpPr>
        <p:pic>
          <p:nvPicPr>
            <p:cNvPr id="492" name="Picture 15" descr="Auto Meas1.png"/>
            <p:cNvPicPr/>
            <p:nvPr/>
          </p:nvPicPr>
          <p:blipFill>
            <a:blip r:embed="rId1"/>
            <a:stretch/>
          </p:blipFill>
          <p:spPr>
            <a:xfrm>
              <a:off x="3167640" y="1523880"/>
              <a:ext cx="5790960" cy="3484440"/>
            </a:xfrm>
            <a:prstGeom prst="rect">
              <a:avLst/>
            </a:prstGeom>
            <a:ln w="0">
              <a:noFill/>
            </a:ln>
          </p:spPr>
        </p:pic>
        <p:sp>
          <p:nvSpPr>
            <p:cNvPr id="493" name="Rectangle 9"/>
            <p:cNvSpPr/>
            <p:nvPr/>
          </p:nvSpPr>
          <p:spPr>
            <a:xfrm>
              <a:off x="8001000" y="1727280"/>
              <a:ext cx="837720" cy="1944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sp>
        <p:nvSpPr>
          <p:cNvPr id="494" name="Oval 33"/>
          <p:cNvSpPr/>
          <p:nvPr/>
        </p:nvSpPr>
        <p:spPr>
          <a:xfrm>
            <a:off x="7739640" y="3073680"/>
            <a:ext cx="1371240" cy="1763640"/>
          </a:xfrm>
          <a:prstGeom prst="ellipse">
            <a:avLst/>
          </a:prstGeom>
          <a:noFill/>
          <a:ln w="25400">
            <a:solidFill>
              <a:srgbClr val="ff33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5" name="PlaceHolder 4"/>
          <p:cNvSpPr>
            <a:spLocks noGrp="1"/>
          </p:cNvSpPr>
          <p:nvPr>
            <p:ph type="sldNum" idx="20"/>
          </p:nvPr>
        </p:nvSpPr>
        <p:spPr/>
        <p:txBody>
          <a:bodyPr/>
          <a:p>
            <a:fld id="{9AD0E3B8-A5CF-4B06-A021-C16223D70E63}"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5" name="Picture 3" descr=""/>
          <p:cNvPicPr/>
          <p:nvPr/>
        </p:nvPicPr>
        <p:blipFill>
          <a:blip r:embed="rId1"/>
          <a:stretch/>
        </p:blipFill>
        <p:spPr>
          <a:xfrm>
            <a:off x="2069280" y="1985040"/>
            <a:ext cx="6333840" cy="3495240"/>
          </a:xfrm>
          <a:prstGeom prst="rect">
            <a:avLst/>
          </a:prstGeom>
          <a:ln w="0">
            <a:noFill/>
          </a:ln>
        </p:spPr>
      </p:pic>
      <p:sp>
        <p:nvSpPr>
          <p:cNvPr id="496"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Primary Oscilloscope Setup Controls</a:t>
            </a:r>
            <a:endParaRPr b="0" lang="en-US" sz="3200" spc="-1" strike="noStrike">
              <a:solidFill>
                <a:schemeClr val="dk1"/>
              </a:solidFill>
              <a:latin typeface="Arial"/>
            </a:endParaRPr>
          </a:p>
        </p:txBody>
      </p:sp>
      <p:sp>
        <p:nvSpPr>
          <p:cNvPr id="497" name="PlaceHolder 2"/>
          <p:cNvSpPr>
            <a:spLocks noGrp="1"/>
          </p:cNvSpPr>
          <p:nvPr>
            <p:ph/>
          </p:nvPr>
        </p:nvSpPr>
        <p:spPr>
          <a:xfrm>
            <a:off x="2286000" y="685800"/>
            <a:ext cx="8305560" cy="456840"/>
          </a:xfrm>
          <a:prstGeom prst="rect">
            <a:avLst/>
          </a:prstGeom>
          <a:noFill/>
          <a:ln w="0">
            <a:noFill/>
          </a:ln>
        </p:spPr>
        <p:txBody>
          <a:bodyPr lIns="0" rIns="0" tIns="0" bIns="0" anchor="t">
            <a:noAutofit/>
          </a:bodyPr>
          <a:p>
            <a:pPr indent="0" defTabSz="914400">
              <a:lnSpc>
                <a:spcPct val="100000"/>
              </a:lnSpc>
              <a:spcBef>
                <a:spcPts val="1800"/>
              </a:spcBef>
              <a:buNone/>
              <a:tabLst>
                <a:tab algn="l" pos="0"/>
              </a:tabLst>
            </a:pPr>
            <a:r>
              <a:rPr b="0" lang="en-US" sz="2000" spc="-1" strike="noStrike">
                <a:solidFill>
                  <a:schemeClr val="dk2"/>
                </a:solidFill>
                <a:latin typeface="Arial Narrow"/>
              </a:rPr>
              <a:t>Keysight’s InfiniiVision 2000 &amp; 3000 X-Series Oscilloscope</a:t>
            </a:r>
            <a:endParaRPr b="0" lang="en-US" sz="2000" spc="-1" strike="noStrike">
              <a:solidFill>
                <a:schemeClr val="dk1"/>
              </a:solidFill>
              <a:latin typeface="Arial"/>
            </a:endParaRPr>
          </a:p>
          <a:p>
            <a:pPr indent="0" defTabSz="914400">
              <a:lnSpc>
                <a:spcPct val="100000"/>
              </a:lnSpc>
              <a:spcBef>
                <a:spcPts val="1800"/>
              </a:spcBef>
              <a:buNone/>
              <a:tabLst>
                <a:tab algn="l" pos="0"/>
              </a:tabLst>
            </a:pPr>
            <a:endParaRPr b="0" lang="en-US" sz="2000" spc="-1" strike="noStrike">
              <a:solidFill>
                <a:schemeClr val="dk1"/>
              </a:solidFill>
              <a:latin typeface="Arial"/>
            </a:endParaRPr>
          </a:p>
        </p:txBody>
      </p:sp>
      <p:sp>
        <p:nvSpPr>
          <p:cNvPr id="498" name="TextBox 10"/>
          <p:cNvSpPr/>
          <p:nvPr/>
        </p:nvSpPr>
        <p:spPr>
          <a:xfrm>
            <a:off x="5106960" y="1194480"/>
            <a:ext cx="2209320" cy="5770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Horizontal Scaling (s/div)</a:t>
            </a:r>
            <a:endParaRPr b="0" lang="de-DE" sz="1600" spc="-1" strike="noStrike">
              <a:solidFill>
                <a:srgbClr val="000000"/>
              </a:solidFill>
              <a:latin typeface="Arial"/>
            </a:endParaRPr>
          </a:p>
        </p:txBody>
      </p:sp>
      <p:sp>
        <p:nvSpPr>
          <p:cNvPr id="499" name="TextBox 11"/>
          <p:cNvSpPr/>
          <p:nvPr/>
        </p:nvSpPr>
        <p:spPr>
          <a:xfrm>
            <a:off x="6326280" y="1651680"/>
            <a:ext cx="228564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Horizontal Position</a:t>
            </a:r>
            <a:endParaRPr b="0" lang="de-DE" sz="1600" spc="-1" strike="noStrike">
              <a:solidFill>
                <a:srgbClr val="000000"/>
              </a:solidFill>
              <a:latin typeface="Arial"/>
            </a:endParaRPr>
          </a:p>
        </p:txBody>
      </p:sp>
      <p:sp>
        <p:nvSpPr>
          <p:cNvPr id="500" name="TextBox 12"/>
          <p:cNvSpPr/>
          <p:nvPr/>
        </p:nvSpPr>
        <p:spPr>
          <a:xfrm>
            <a:off x="8381880" y="4210920"/>
            <a:ext cx="228564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Vertical Position</a:t>
            </a:r>
            <a:endParaRPr b="0" lang="de-DE" sz="1600" spc="-1" strike="noStrike">
              <a:solidFill>
                <a:srgbClr val="000000"/>
              </a:solidFill>
              <a:latin typeface="Arial"/>
            </a:endParaRPr>
          </a:p>
        </p:txBody>
      </p:sp>
      <p:sp>
        <p:nvSpPr>
          <p:cNvPr id="501" name="TextBox 13"/>
          <p:cNvSpPr/>
          <p:nvPr/>
        </p:nvSpPr>
        <p:spPr>
          <a:xfrm>
            <a:off x="8619480" y="3498480"/>
            <a:ext cx="1795680" cy="5770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Vertical Scaling (V/div)</a:t>
            </a:r>
            <a:endParaRPr b="0" lang="de-DE" sz="1600" spc="-1" strike="noStrike">
              <a:solidFill>
                <a:srgbClr val="000000"/>
              </a:solidFill>
              <a:latin typeface="Arial"/>
            </a:endParaRPr>
          </a:p>
        </p:txBody>
      </p:sp>
      <p:sp>
        <p:nvSpPr>
          <p:cNvPr id="502" name="TextBox 14"/>
          <p:cNvSpPr/>
          <p:nvPr/>
        </p:nvSpPr>
        <p:spPr>
          <a:xfrm>
            <a:off x="5839920" y="5454360"/>
            <a:ext cx="228564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Input BNCs</a:t>
            </a:r>
            <a:endParaRPr b="0" lang="de-DE" sz="1600" spc="-1" strike="noStrike">
              <a:solidFill>
                <a:srgbClr val="000000"/>
              </a:solidFill>
              <a:latin typeface="Arial"/>
            </a:endParaRPr>
          </a:p>
        </p:txBody>
      </p:sp>
      <p:cxnSp>
        <p:nvCxnSpPr>
          <p:cNvPr id="503" name="Straight Connector 16"/>
          <p:cNvCxnSpPr/>
          <p:nvPr/>
        </p:nvCxnSpPr>
        <p:spPr>
          <a:xfrm flipV="1">
            <a:off x="6217200" y="1756800"/>
            <a:ext cx="360" cy="686160"/>
          </a:xfrm>
          <a:prstGeom prst="straightConnector1">
            <a:avLst/>
          </a:prstGeom>
          <a:ln w="25400">
            <a:solidFill>
              <a:srgbClr val="000000"/>
            </a:solidFill>
            <a:round/>
            <a:headEnd len="med" type="oval" w="med"/>
          </a:ln>
        </p:spPr>
      </p:cxnSp>
      <p:cxnSp>
        <p:nvCxnSpPr>
          <p:cNvPr id="504" name="Straight Connector 17"/>
          <p:cNvCxnSpPr/>
          <p:nvPr/>
        </p:nvCxnSpPr>
        <p:spPr>
          <a:xfrm flipV="1">
            <a:off x="6997320" y="1989000"/>
            <a:ext cx="360" cy="457560"/>
          </a:xfrm>
          <a:prstGeom prst="straightConnector1">
            <a:avLst/>
          </a:prstGeom>
          <a:ln w="25400">
            <a:solidFill>
              <a:srgbClr val="000000"/>
            </a:solidFill>
            <a:round/>
            <a:headEnd len="med" type="oval" w="med"/>
          </a:ln>
        </p:spPr>
      </p:cxnSp>
      <p:sp>
        <p:nvSpPr>
          <p:cNvPr id="505" name="Rectangle 25"/>
          <p:cNvSpPr/>
          <p:nvPr/>
        </p:nvSpPr>
        <p:spPr>
          <a:xfrm>
            <a:off x="6062400" y="3670560"/>
            <a:ext cx="2285640" cy="380520"/>
          </a:xfrm>
          <a:prstGeom prst="rect">
            <a:avLst/>
          </a:prstGeom>
          <a:noFill/>
          <a:ln w="38100">
            <a:solidFill>
              <a:srgbClr val="0000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506" name="Rectangle 26"/>
          <p:cNvSpPr/>
          <p:nvPr/>
        </p:nvSpPr>
        <p:spPr>
          <a:xfrm>
            <a:off x="6032520" y="4227840"/>
            <a:ext cx="2285640" cy="304560"/>
          </a:xfrm>
          <a:prstGeom prst="rect">
            <a:avLst/>
          </a:prstGeom>
          <a:noFill/>
          <a:ln w="38100">
            <a:solidFill>
              <a:srgbClr val="0000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cxnSp>
        <p:nvCxnSpPr>
          <p:cNvPr id="507" name="Straight Connector 31"/>
          <p:cNvCxnSpPr/>
          <p:nvPr/>
        </p:nvCxnSpPr>
        <p:spPr>
          <a:xfrm>
            <a:off x="8406360" y="3814200"/>
            <a:ext cx="304920" cy="360"/>
          </a:xfrm>
          <a:prstGeom prst="straightConnector1">
            <a:avLst/>
          </a:prstGeom>
          <a:ln w="38100">
            <a:solidFill>
              <a:srgbClr val="000000"/>
            </a:solidFill>
            <a:round/>
          </a:ln>
        </p:spPr>
      </p:cxnSp>
      <p:cxnSp>
        <p:nvCxnSpPr>
          <p:cNvPr id="508" name="Straight Connector 32"/>
          <p:cNvCxnSpPr/>
          <p:nvPr/>
        </p:nvCxnSpPr>
        <p:spPr>
          <a:xfrm>
            <a:off x="8406360" y="4390560"/>
            <a:ext cx="304920" cy="360"/>
          </a:xfrm>
          <a:prstGeom prst="straightConnector1">
            <a:avLst/>
          </a:prstGeom>
          <a:ln w="38100">
            <a:solidFill>
              <a:srgbClr val="000000"/>
            </a:solidFill>
            <a:round/>
          </a:ln>
        </p:spPr>
      </p:cxnSp>
      <p:sp>
        <p:nvSpPr>
          <p:cNvPr id="509" name="Right Brace 33"/>
          <p:cNvSpPr/>
          <p:nvPr/>
        </p:nvSpPr>
        <p:spPr>
          <a:xfrm rot="5400000">
            <a:off x="6707520" y="4089960"/>
            <a:ext cx="380520" cy="2361960"/>
          </a:xfrm>
          <a:prstGeom prst="rightBrace">
            <a:avLst>
              <a:gd name="adj1" fmla="val 8333"/>
              <a:gd name="adj2" fmla="val 50000"/>
            </a:avLst>
          </a:prstGeom>
          <a:noFill/>
          <a:ln w="25400">
            <a:solidFill>
              <a:srgbClr val="0000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510" name="TextBox 34"/>
          <p:cNvSpPr/>
          <p:nvPr/>
        </p:nvSpPr>
        <p:spPr>
          <a:xfrm>
            <a:off x="3735360" y="1602000"/>
            <a:ext cx="228564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Trigger Level</a:t>
            </a:r>
            <a:endParaRPr b="0" lang="de-DE" sz="1600" spc="-1" strike="noStrike">
              <a:solidFill>
                <a:srgbClr val="000000"/>
              </a:solidFill>
              <a:latin typeface="Arial"/>
            </a:endParaRPr>
          </a:p>
        </p:txBody>
      </p:sp>
      <p:cxnSp>
        <p:nvCxnSpPr>
          <p:cNvPr id="511" name="Straight Connector 37"/>
          <p:cNvCxnSpPr/>
          <p:nvPr/>
        </p:nvCxnSpPr>
        <p:spPr>
          <a:xfrm flipH="1" flipV="1">
            <a:off x="5458680" y="1906560"/>
            <a:ext cx="991080" cy="1116720"/>
          </a:xfrm>
          <a:prstGeom prst="straightConnector1">
            <a:avLst/>
          </a:prstGeom>
          <a:ln w="25400">
            <a:solidFill>
              <a:srgbClr val="000000"/>
            </a:solidFill>
            <a:round/>
            <a:headEnd len="med" type="oval" w="med"/>
          </a:ln>
        </p:spPr>
      </p:cxnSp>
      <p:sp>
        <p:nvSpPr>
          <p:cNvPr id="4" name="PlaceHolder 3"/>
          <p:cNvSpPr>
            <a:spLocks noGrp="1"/>
          </p:cNvSpPr>
          <p:nvPr>
            <p:ph type="sldNum" idx="23"/>
          </p:nvPr>
        </p:nvSpPr>
        <p:spPr/>
        <p:txBody>
          <a:bodyPr/>
          <a:p>
            <a:fld id="{9ABCA54F-897A-4D68-8CDC-F57EB35F075A}"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12" name="Group 4"/>
          <p:cNvGrpSpPr/>
          <p:nvPr/>
        </p:nvGrpSpPr>
        <p:grpSpPr>
          <a:xfrm>
            <a:off x="1803240" y="1024560"/>
            <a:ext cx="8686440" cy="2525040"/>
            <a:chOff x="1803240" y="1024560"/>
            <a:chExt cx="8686440" cy="2525040"/>
          </a:xfrm>
        </p:grpSpPr>
        <p:grpSp>
          <p:nvGrpSpPr>
            <p:cNvPr id="513" name="Group 3"/>
            <p:cNvGrpSpPr/>
            <p:nvPr/>
          </p:nvGrpSpPr>
          <p:grpSpPr>
            <a:xfrm>
              <a:off x="1803240" y="1028160"/>
              <a:ext cx="4190760" cy="2521440"/>
              <a:chOff x="1803240" y="1028160"/>
              <a:chExt cx="4190760" cy="2521440"/>
            </a:xfrm>
          </p:grpSpPr>
          <p:pic>
            <p:nvPicPr>
              <p:cNvPr id="514" name="Picture 10" descr="Setup1.png"/>
              <p:cNvPicPr/>
              <p:nvPr/>
            </p:nvPicPr>
            <p:blipFill>
              <a:blip r:embed="rId1"/>
              <a:stretch/>
            </p:blipFill>
            <p:spPr>
              <a:xfrm>
                <a:off x="1803240" y="1028160"/>
                <a:ext cx="4190760" cy="2521440"/>
              </a:xfrm>
              <a:prstGeom prst="rect">
                <a:avLst/>
              </a:prstGeom>
              <a:ln w="0">
                <a:noFill/>
              </a:ln>
            </p:spPr>
          </p:pic>
          <p:sp>
            <p:nvSpPr>
              <p:cNvPr id="515" name="Rectangle 15"/>
              <p:cNvSpPr/>
              <p:nvPr/>
            </p:nvSpPr>
            <p:spPr>
              <a:xfrm>
                <a:off x="5346360" y="1152000"/>
                <a:ext cx="596880" cy="1915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nvGrpSpPr>
            <p:cNvPr id="516" name="Group 2"/>
            <p:cNvGrpSpPr/>
            <p:nvPr/>
          </p:nvGrpSpPr>
          <p:grpSpPr>
            <a:xfrm>
              <a:off x="6298920" y="1024560"/>
              <a:ext cx="4190760" cy="2521440"/>
              <a:chOff x="6298920" y="1024560"/>
              <a:chExt cx="4190760" cy="2521440"/>
            </a:xfrm>
          </p:grpSpPr>
          <p:pic>
            <p:nvPicPr>
              <p:cNvPr id="517" name="Picture 13" descr="Setup2.png"/>
              <p:cNvPicPr/>
              <p:nvPr/>
            </p:nvPicPr>
            <p:blipFill>
              <a:blip r:embed="rId2"/>
              <a:srcRect l="0" t="10686" r="0" b="0"/>
              <a:stretch/>
            </p:blipFill>
            <p:spPr>
              <a:xfrm>
                <a:off x="6298920" y="1024560"/>
                <a:ext cx="4190760" cy="2521440"/>
              </a:xfrm>
              <a:prstGeom prst="rect">
                <a:avLst/>
              </a:prstGeom>
              <a:ln w="0">
                <a:noFill/>
              </a:ln>
            </p:spPr>
          </p:pic>
          <p:sp>
            <p:nvSpPr>
              <p:cNvPr id="518" name="Rectangle 18"/>
              <p:cNvSpPr/>
              <p:nvPr/>
            </p:nvSpPr>
            <p:spPr>
              <a:xfrm>
                <a:off x="9770400" y="1161000"/>
                <a:ext cx="718920" cy="17388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sp>
        <p:nvSpPr>
          <p:cNvPr id="519"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Properly Scaling the Waveform</a:t>
            </a:r>
            <a:endParaRPr b="0" lang="en-US" sz="3200" spc="-1" strike="noStrike">
              <a:solidFill>
                <a:schemeClr val="dk1"/>
              </a:solidFill>
              <a:latin typeface="Arial"/>
            </a:endParaRPr>
          </a:p>
        </p:txBody>
      </p:sp>
      <p:sp>
        <p:nvSpPr>
          <p:cNvPr id="520" name="PlaceHolder 2"/>
          <p:cNvSpPr>
            <a:spLocks noGrp="1"/>
          </p:cNvSpPr>
          <p:nvPr>
            <p:ph/>
          </p:nvPr>
        </p:nvSpPr>
        <p:spPr>
          <a:xfrm>
            <a:off x="2393640" y="4049640"/>
            <a:ext cx="7810200" cy="1523520"/>
          </a:xfrm>
          <a:prstGeom prst="rect">
            <a:avLst/>
          </a:prstGeom>
          <a:noFill/>
          <a:ln w="0">
            <a:noFill/>
          </a:ln>
        </p:spPr>
        <p:txBody>
          <a:bodyPr lIns="0" rIns="0" tIns="0" bIns="0" anchor="t">
            <a:noAutofit/>
          </a:bodyPr>
          <a:p>
            <a:pPr marL="285840" indent="-285840" defTabSz="914400">
              <a:lnSpc>
                <a:spcPct val="100000"/>
              </a:lnSpc>
              <a:buClr>
                <a:srgbClr val="000000"/>
              </a:buClr>
              <a:buFont typeface="Arial"/>
              <a:buChar char="−"/>
            </a:pPr>
            <a:r>
              <a:rPr b="0" lang="en-US" sz="1800" spc="-1" strike="noStrike">
                <a:solidFill>
                  <a:schemeClr val="dk1"/>
                </a:solidFill>
                <a:latin typeface="Arial"/>
              </a:rPr>
              <a:t>Adjust </a:t>
            </a:r>
            <a:r>
              <a:rPr b="1" lang="en-US" sz="1800" spc="-1" strike="noStrike">
                <a:solidFill>
                  <a:schemeClr val="dk1"/>
                </a:solidFill>
                <a:latin typeface="Arial"/>
              </a:rPr>
              <a:t>V/div</a:t>
            </a:r>
            <a:r>
              <a:rPr b="0" lang="en-US" sz="1800" spc="-1" strike="noStrike">
                <a:solidFill>
                  <a:schemeClr val="dk1"/>
                </a:solidFill>
                <a:latin typeface="Arial"/>
              </a:rPr>
              <a:t> knob until waveform fills most of the screen vertically.</a:t>
            </a:r>
            <a:endParaRPr b="0" lang="en-US" sz="1800" spc="-1" strike="noStrike">
              <a:solidFill>
                <a:schemeClr val="dk1"/>
              </a:solidFill>
              <a:latin typeface="Arial"/>
            </a:endParaRPr>
          </a:p>
          <a:p>
            <a:pPr marL="285840" indent="-285840" defTabSz="914400">
              <a:lnSpc>
                <a:spcPct val="100000"/>
              </a:lnSpc>
              <a:buClr>
                <a:srgbClr val="000000"/>
              </a:buClr>
              <a:buFont typeface="Arial"/>
              <a:buChar char="−"/>
            </a:pPr>
            <a:r>
              <a:rPr b="0" lang="en-US" sz="1800" spc="-1" strike="noStrike">
                <a:solidFill>
                  <a:schemeClr val="dk1"/>
                </a:solidFill>
                <a:latin typeface="Arial"/>
              </a:rPr>
              <a:t>Adjust vertical </a:t>
            </a:r>
            <a:r>
              <a:rPr b="1" lang="en-US" sz="1800" spc="-1" strike="noStrike">
                <a:solidFill>
                  <a:schemeClr val="dk1"/>
                </a:solidFill>
                <a:latin typeface="Arial"/>
              </a:rPr>
              <a:t>Position</a:t>
            </a:r>
            <a:r>
              <a:rPr b="0" lang="en-US" sz="1800" spc="-1" strike="noStrike">
                <a:solidFill>
                  <a:schemeClr val="dk1"/>
                </a:solidFill>
                <a:latin typeface="Arial"/>
              </a:rPr>
              <a:t> knob until waveform is centered vertically.</a:t>
            </a:r>
            <a:endParaRPr b="0" lang="en-US" sz="1800" spc="-1" strike="noStrike">
              <a:solidFill>
                <a:schemeClr val="dk1"/>
              </a:solidFill>
              <a:latin typeface="Arial"/>
            </a:endParaRPr>
          </a:p>
          <a:p>
            <a:pPr marL="285840" indent="-285840" defTabSz="914400">
              <a:lnSpc>
                <a:spcPct val="100000"/>
              </a:lnSpc>
              <a:buClr>
                <a:srgbClr val="000000"/>
              </a:buClr>
              <a:buFont typeface="Arial"/>
              <a:buChar char="−"/>
            </a:pPr>
            <a:r>
              <a:rPr b="0" lang="en-US" sz="1800" spc="-1" strike="noStrike">
                <a:solidFill>
                  <a:schemeClr val="dk1"/>
                </a:solidFill>
                <a:latin typeface="Arial"/>
              </a:rPr>
              <a:t>Adjust </a:t>
            </a:r>
            <a:r>
              <a:rPr b="1" lang="en-US" sz="1800" spc="-1" strike="noStrike" u="sng">
                <a:solidFill>
                  <a:schemeClr val="dk1"/>
                </a:solidFill>
                <a:uFillTx/>
                <a:latin typeface="Arial"/>
              </a:rPr>
              <a:t>s/div</a:t>
            </a:r>
            <a:r>
              <a:rPr b="0" lang="en-US" sz="1800" spc="-1" strike="noStrike">
                <a:solidFill>
                  <a:schemeClr val="dk1"/>
                </a:solidFill>
                <a:latin typeface="Arial"/>
              </a:rPr>
              <a:t> knob until just a few cycles are displayed horizontally.</a:t>
            </a:r>
            <a:endParaRPr b="0" lang="en-US" sz="1800" spc="-1" strike="noStrike">
              <a:solidFill>
                <a:schemeClr val="dk1"/>
              </a:solidFill>
              <a:latin typeface="Arial"/>
            </a:endParaRPr>
          </a:p>
          <a:p>
            <a:pPr marL="285840" indent="-285840" defTabSz="914400">
              <a:lnSpc>
                <a:spcPct val="100000"/>
              </a:lnSpc>
              <a:buClr>
                <a:srgbClr val="000000"/>
              </a:buClr>
              <a:buFont typeface="Arial"/>
              <a:buChar char="−"/>
            </a:pPr>
            <a:r>
              <a:rPr b="0" lang="en-US" sz="1800" spc="-1" strike="noStrike">
                <a:solidFill>
                  <a:schemeClr val="dk1"/>
                </a:solidFill>
                <a:latin typeface="Arial"/>
              </a:rPr>
              <a:t>Adjust </a:t>
            </a:r>
            <a:r>
              <a:rPr b="1" lang="en-US" sz="1800" spc="-1" strike="noStrike" u="sng">
                <a:solidFill>
                  <a:schemeClr val="dk1"/>
                </a:solidFill>
                <a:uFillTx/>
                <a:latin typeface="Arial"/>
              </a:rPr>
              <a:t>Trigger Level </a:t>
            </a:r>
            <a:r>
              <a:rPr b="0" lang="en-US" sz="1800" spc="-1" strike="noStrike">
                <a:solidFill>
                  <a:schemeClr val="dk1"/>
                </a:solidFill>
                <a:latin typeface="Arial"/>
              </a:rPr>
              <a:t>knob until level set near middle of waveform vertically. </a:t>
            </a:r>
            <a:endParaRPr b="0" lang="en-US" sz="1800" spc="-1" strike="noStrike">
              <a:solidFill>
                <a:schemeClr val="dk1"/>
              </a:solidFill>
              <a:latin typeface="Arial"/>
            </a:endParaRPr>
          </a:p>
        </p:txBody>
      </p:sp>
      <p:sp>
        <p:nvSpPr>
          <p:cNvPr id="521" name="TextBox 36"/>
          <p:cNvSpPr/>
          <p:nvPr/>
        </p:nvSpPr>
        <p:spPr>
          <a:xfrm>
            <a:off x="1955520" y="2381760"/>
            <a:ext cx="3657240" cy="5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pc="-1" strike="noStrike">
                <a:solidFill>
                  <a:srgbClr val="ffff00"/>
                </a:solidFill>
                <a:latin typeface="Arial"/>
              </a:rPr>
              <a:t>- Too many cycles displayed.</a:t>
            </a:r>
            <a:endParaRPr b="0" lang="de-DE" sz="1600" spc="-1" strike="noStrike">
              <a:solidFill>
                <a:srgbClr val="000000"/>
              </a:solidFill>
              <a:latin typeface="Arial"/>
            </a:endParaRPr>
          </a:p>
          <a:p>
            <a:pPr defTabSz="914400">
              <a:lnSpc>
                <a:spcPct val="100000"/>
              </a:lnSpc>
            </a:pPr>
            <a:r>
              <a:rPr b="1" lang="en-US" sz="1600" spc="-1" strike="noStrike">
                <a:solidFill>
                  <a:srgbClr val="ffff00"/>
                </a:solidFill>
                <a:latin typeface="Arial"/>
              </a:rPr>
              <a:t>- Amplitude scaled too low.</a:t>
            </a:r>
            <a:endParaRPr b="0" lang="de-DE" sz="1600" spc="-1" strike="noStrike">
              <a:solidFill>
                <a:srgbClr val="000000"/>
              </a:solidFill>
              <a:latin typeface="Arial"/>
            </a:endParaRPr>
          </a:p>
        </p:txBody>
      </p:sp>
      <p:sp>
        <p:nvSpPr>
          <p:cNvPr id="522" name="TextBox 14"/>
          <p:cNvSpPr/>
          <p:nvPr/>
        </p:nvSpPr>
        <p:spPr>
          <a:xfrm>
            <a:off x="2107800" y="3577680"/>
            <a:ext cx="335232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Initial Setup Condition (example)</a:t>
            </a:r>
            <a:endParaRPr b="0" lang="de-DE" sz="1600" spc="-1" strike="noStrike">
              <a:solidFill>
                <a:srgbClr val="000000"/>
              </a:solidFill>
              <a:latin typeface="Arial"/>
            </a:endParaRPr>
          </a:p>
        </p:txBody>
      </p:sp>
      <p:sp>
        <p:nvSpPr>
          <p:cNvPr id="523" name="TextBox 16"/>
          <p:cNvSpPr/>
          <p:nvPr/>
        </p:nvSpPr>
        <p:spPr>
          <a:xfrm>
            <a:off x="6934320" y="3582360"/>
            <a:ext cx="320004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Optimum Setup Condition</a:t>
            </a:r>
            <a:endParaRPr b="0" lang="de-DE" sz="1600" spc="-1" strike="noStrike">
              <a:solidFill>
                <a:srgbClr val="000000"/>
              </a:solidFill>
              <a:latin typeface="Arial"/>
            </a:endParaRPr>
          </a:p>
        </p:txBody>
      </p:sp>
      <p:sp>
        <p:nvSpPr>
          <p:cNvPr id="524" name="TextBox 17"/>
          <p:cNvSpPr/>
          <p:nvPr/>
        </p:nvSpPr>
        <p:spPr>
          <a:xfrm>
            <a:off x="7899120" y="2624760"/>
            <a:ext cx="15235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rgbClr val="ffff00"/>
                </a:solidFill>
                <a:latin typeface="Arial"/>
              </a:rPr>
              <a:t>Trigger Level</a:t>
            </a:r>
            <a:endParaRPr b="0" lang="de-DE" sz="1400" spc="-1" strike="noStrike">
              <a:solidFill>
                <a:srgbClr val="000000"/>
              </a:solidFill>
              <a:latin typeface="Arial"/>
            </a:endParaRPr>
          </a:p>
        </p:txBody>
      </p:sp>
      <p:cxnSp>
        <p:nvCxnSpPr>
          <p:cNvPr id="525" name="Straight Arrow Connector 19"/>
          <p:cNvCxnSpPr/>
          <p:nvPr/>
        </p:nvCxnSpPr>
        <p:spPr>
          <a:xfrm flipH="1" flipV="1">
            <a:off x="8355960" y="2167560"/>
            <a:ext cx="76680" cy="457560"/>
          </a:xfrm>
          <a:prstGeom prst="straightConnector1">
            <a:avLst/>
          </a:prstGeom>
          <a:ln w="25400">
            <a:solidFill>
              <a:srgbClr val="ffff00"/>
            </a:solidFill>
            <a:round/>
            <a:tailEnd len="med" type="arrow" w="med"/>
          </a:ln>
        </p:spPr>
      </p:cxnSp>
      <p:sp>
        <p:nvSpPr>
          <p:cNvPr id="526" name="TextBox 22"/>
          <p:cNvSpPr/>
          <p:nvPr/>
        </p:nvSpPr>
        <p:spPr>
          <a:xfrm>
            <a:off x="1682280" y="5562720"/>
            <a:ext cx="8838720" cy="912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i="1" lang="en-US" sz="1800" spc="-1" strike="noStrike">
                <a:solidFill>
                  <a:srgbClr val="c00000"/>
                </a:solidFill>
                <a:latin typeface="Arial"/>
              </a:rPr>
              <a:t>Setting up the scope’s waveform scaling is an iterative process of making front panel adjustments until the desired “picture” is displayed on-screen.</a:t>
            </a:r>
            <a:endParaRPr b="0" lang="de-DE" sz="1800" spc="-1" strike="noStrike">
              <a:solidFill>
                <a:srgbClr val="000000"/>
              </a:solidFill>
              <a:latin typeface="Arial"/>
            </a:endParaRPr>
          </a:p>
          <a:p>
            <a:pPr defTabSz="914400">
              <a:lnSpc>
                <a:spcPct val="100000"/>
              </a:lnSpc>
            </a:pPr>
            <a:endParaRPr b="0" lang="de-DE" sz="1800" spc="-1" strike="noStrike">
              <a:solidFill>
                <a:srgbClr val="000000"/>
              </a:solidFill>
              <a:latin typeface="Arial"/>
            </a:endParaRPr>
          </a:p>
        </p:txBody>
      </p:sp>
      <p:sp>
        <p:nvSpPr>
          <p:cNvPr id="527" name="Right Arrow 12"/>
          <p:cNvSpPr/>
          <p:nvPr/>
        </p:nvSpPr>
        <p:spPr>
          <a:xfrm>
            <a:off x="5613120" y="1162440"/>
            <a:ext cx="1218960" cy="2209320"/>
          </a:xfrm>
          <a:prstGeom prst="rightArrow">
            <a:avLst>
              <a:gd name="adj1" fmla="val 50000"/>
              <a:gd name="adj2" fmla="val 50000"/>
            </a:avLst>
          </a:prstGeom>
          <a:solidFill>
            <a:srgbClr val="ffff00"/>
          </a:solidFill>
          <a:ln w="25400">
            <a:solidFill>
              <a:srgbClr val="000000"/>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 name="PlaceHolder 3"/>
          <p:cNvSpPr>
            <a:spLocks noGrp="1"/>
          </p:cNvSpPr>
          <p:nvPr>
            <p:ph type="sldNum" idx="23"/>
          </p:nvPr>
        </p:nvSpPr>
        <p:spPr/>
        <p:txBody>
          <a:bodyPr/>
          <a:p>
            <a:fld id="{BD8CBE11-547D-4323-8385-7BEFFF758617}"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8" name="Content Placeholder 10" descr="Horse1.PNG"/>
          <p:cNvPicPr/>
          <p:nvPr/>
        </p:nvPicPr>
        <p:blipFill>
          <a:blip r:embed="rId1"/>
          <a:stretch/>
        </p:blipFill>
        <p:spPr>
          <a:xfrm>
            <a:off x="6385320" y="2066400"/>
            <a:ext cx="3822480" cy="2693520"/>
          </a:xfrm>
          <a:prstGeom prst="rect">
            <a:avLst/>
          </a:prstGeom>
          <a:ln w="25400">
            <a:solidFill>
              <a:srgbClr val="000000"/>
            </a:solidFill>
            <a:round/>
          </a:ln>
        </p:spPr>
      </p:pic>
      <p:sp>
        <p:nvSpPr>
          <p:cNvPr id="529"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Understanding Oscilloscope Triggering</a:t>
            </a:r>
            <a:endParaRPr b="0" lang="en-US" sz="3200" spc="-1" strike="noStrike">
              <a:solidFill>
                <a:schemeClr val="dk1"/>
              </a:solidFill>
              <a:latin typeface="Arial"/>
            </a:endParaRPr>
          </a:p>
        </p:txBody>
      </p:sp>
      <p:sp>
        <p:nvSpPr>
          <p:cNvPr id="530" name="PlaceHolder 2"/>
          <p:cNvSpPr>
            <a:spLocks noGrp="1"/>
          </p:cNvSpPr>
          <p:nvPr>
            <p:ph/>
          </p:nvPr>
        </p:nvSpPr>
        <p:spPr>
          <a:xfrm>
            <a:off x="2286000" y="2057400"/>
            <a:ext cx="3819240" cy="4571640"/>
          </a:xfrm>
          <a:prstGeom prst="rect">
            <a:avLst/>
          </a:prstGeom>
          <a:noFill/>
          <a:ln w="0">
            <a:noFill/>
          </a:ln>
        </p:spPr>
        <p:txBody>
          <a:bodyPr lIns="0" rIns="0" tIns="0" bIns="0" anchor="t">
            <a:noAutofit/>
          </a:bodyPr>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Think of oscilloscope “triggering” as “synchronized picture taking”.</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One waveform “picture” consists of many consecutive digitized samples.</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a:t>
            </a:r>
            <a:r>
              <a:rPr b="0" lang="en-US" sz="1800" spc="-1" strike="noStrike">
                <a:solidFill>
                  <a:schemeClr val="dk1"/>
                </a:solidFill>
                <a:latin typeface="Arial"/>
              </a:rPr>
              <a:t>Picture Taking” must be synchronized to a unique point on the waveform that repeats.</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Most common oscilloscope triggering is based on synchronizing acquisitions (picture taking) on a rising or falling edge of a signal at a specific voltage level. </a:t>
            </a:r>
            <a:endParaRPr b="0" lang="en-US" sz="1800" spc="-1" strike="noStrike">
              <a:solidFill>
                <a:schemeClr val="dk1"/>
              </a:solidFill>
              <a:latin typeface="Arial"/>
            </a:endParaRPr>
          </a:p>
          <a:p>
            <a:pPr indent="0" defTabSz="914400">
              <a:lnSpc>
                <a:spcPct val="100000"/>
              </a:lnSpc>
              <a:spcBef>
                <a:spcPts val="601"/>
              </a:spcBef>
              <a:buNone/>
            </a:pPr>
            <a:endParaRPr b="0" lang="en-US" sz="1800" spc="-1" strike="noStrike">
              <a:solidFill>
                <a:schemeClr val="dk1"/>
              </a:solidFill>
              <a:latin typeface="Arial"/>
            </a:endParaRPr>
          </a:p>
        </p:txBody>
      </p:sp>
      <p:sp>
        <p:nvSpPr>
          <p:cNvPr id="531" name="PlaceHolder 3"/>
          <p:cNvSpPr>
            <a:spLocks noGrp="1"/>
          </p:cNvSpPr>
          <p:nvPr>
            <p:ph/>
          </p:nvPr>
        </p:nvSpPr>
        <p:spPr>
          <a:xfrm>
            <a:off x="2286000" y="990720"/>
            <a:ext cx="7238520" cy="456840"/>
          </a:xfrm>
          <a:prstGeom prst="rect">
            <a:avLst/>
          </a:prstGeom>
          <a:noFill/>
          <a:ln w="0">
            <a:noFill/>
          </a:ln>
        </p:spPr>
        <p:txBody>
          <a:bodyPr lIns="0" rIns="0" tIns="0" bIns="0" anchor="t">
            <a:noAutofit/>
          </a:bodyPr>
          <a:p>
            <a:pPr indent="0" algn="ctr" defTabSz="914400">
              <a:lnSpc>
                <a:spcPct val="100000"/>
              </a:lnSpc>
              <a:spcBef>
                <a:spcPts val="1800"/>
              </a:spcBef>
              <a:spcAft>
                <a:spcPts val="1199"/>
              </a:spcAft>
              <a:buNone/>
              <a:tabLst>
                <a:tab algn="l" pos="0"/>
              </a:tabLst>
            </a:pPr>
            <a:r>
              <a:rPr b="1" i="1" lang="en-US" sz="2000" spc="-1" strike="noStrike">
                <a:solidFill>
                  <a:schemeClr val="dk2"/>
                </a:solidFill>
                <a:latin typeface="Arial Narrow"/>
              </a:rPr>
              <a:t>Triggering is often the least understood function of a scope, but is one of the most important capabilities that you should understand.</a:t>
            </a:r>
            <a:endParaRPr b="0" lang="en-US" sz="2000" spc="-1" strike="noStrike">
              <a:solidFill>
                <a:schemeClr val="dk1"/>
              </a:solidFill>
              <a:latin typeface="Arial"/>
            </a:endParaRPr>
          </a:p>
        </p:txBody>
      </p:sp>
      <p:sp>
        <p:nvSpPr>
          <p:cNvPr id="532" name="TextBox 18"/>
          <p:cNvSpPr/>
          <p:nvPr/>
        </p:nvSpPr>
        <p:spPr>
          <a:xfrm>
            <a:off x="6379200" y="5108040"/>
            <a:ext cx="3828600" cy="5770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A photo finish horse race is analogous to oscilloscope triggering</a:t>
            </a:r>
            <a:endParaRPr b="0" lang="de-DE" sz="1600" spc="-1" strike="noStrike">
              <a:solidFill>
                <a:srgbClr val="000000"/>
              </a:solidFill>
              <a:latin typeface="Arial"/>
            </a:endParaRPr>
          </a:p>
        </p:txBody>
      </p:sp>
      <p:cxnSp>
        <p:nvCxnSpPr>
          <p:cNvPr id="533" name="Straight Connector 9"/>
          <p:cNvCxnSpPr/>
          <p:nvPr/>
        </p:nvCxnSpPr>
        <p:spPr>
          <a:xfrm>
            <a:off x="9862200" y="2270160"/>
            <a:ext cx="360" cy="2286360"/>
          </a:xfrm>
          <a:prstGeom prst="straightConnector1">
            <a:avLst/>
          </a:prstGeom>
          <a:ln w="19050">
            <a:solidFill>
              <a:srgbClr val="000000"/>
            </a:solidFill>
            <a:round/>
          </a:ln>
        </p:spPr>
      </p:cxnSp>
      <p:sp>
        <p:nvSpPr>
          <p:cNvPr id="5" name="PlaceHolder 4"/>
          <p:cNvSpPr>
            <a:spLocks noGrp="1"/>
          </p:cNvSpPr>
          <p:nvPr>
            <p:ph type="sldNum" idx="26"/>
          </p:nvPr>
        </p:nvSpPr>
        <p:spPr/>
        <p:txBody>
          <a:bodyPr/>
          <a:p>
            <a:fld id="{2B94CFD3-883F-47FE-93CB-F5DC5FFBE670}"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34" name="Group 5"/>
          <p:cNvGrpSpPr/>
          <p:nvPr/>
        </p:nvGrpSpPr>
        <p:grpSpPr>
          <a:xfrm>
            <a:off x="1981080" y="1288080"/>
            <a:ext cx="8381520" cy="3587760"/>
            <a:chOff x="1981080" y="1288080"/>
            <a:chExt cx="8381520" cy="3587760"/>
          </a:xfrm>
        </p:grpSpPr>
        <p:grpSp>
          <p:nvGrpSpPr>
            <p:cNvPr id="535" name="Group 4"/>
            <p:cNvGrpSpPr/>
            <p:nvPr/>
          </p:nvGrpSpPr>
          <p:grpSpPr>
            <a:xfrm>
              <a:off x="1981080" y="1288080"/>
              <a:ext cx="3809520" cy="2292480"/>
              <a:chOff x="1981080" y="1288080"/>
              <a:chExt cx="3809520" cy="2292480"/>
            </a:xfrm>
          </p:grpSpPr>
          <p:pic>
            <p:nvPicPr>
              <p:cNvPr id="536" name="Picture 10" descr="Trigger1.png"/>
              <p:cNvPicPr/>
              <p:nvPr/>
            </p:nvPicPr>
            <p:blipFill>
              <a:blip r:embed="rId1"/>
              <a:stretch/>
            </p:blipFill>
            <p:spPr>
              <a:xfrm>
                <a:off x="1981080" y="1288080"/>
                <a:ext cx="3809520" cy="2292480"/>
              </a:xfrm>
              <a:prstGeom prst="rect">
                <a:avLst/>
              </a:prstGeom>
              <a:ln w="0">
                <a:noFill/>
              </a:ln>
            </p:spPr>
          </p:pic>
          <p:sp>
            <p:nvSpPr>
              <p:cNvPr id="537" name="Rectangle 28"/>
              <p:cNvSpPr/>
              <p:nvPr/>
            </p:nvSpPr>
            <p:spPr>
              <a:xfrm>
                <a:off x="5202720" y="139644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nvGrpSpPr>
            <p:cNvPr id="538" name="Group 3"/>
            <p:cNvGrpSpPr/>
            <p:nvPr/>
          </p:nvGrpSpPr>
          <p:grpSpPr>
            <a:xfrm>
              <a:off x="4038480" y="1897560"/>
              <a:ext cx="3809520" cy="2292480"/>
              <a:chOff x="4038480" y="1897560"/>
              <a:chExt cx="3809520" cy="2292480"/>
            </a:xfrm>
          </p:grpSpPr>
          <p:pic>
            <p:nvPicPr>
              <p:cNvPr id="539" name="Picture 11" descr="Trigger2.png"/>
              <p:cNvPicPr/>
              <p:nvPr/>
            </p:nvPicPr>
            <p:blipFill>
              <a:blip r:embed="rId2"/>
              <a:srcRect l="0" t="10686" r="0" b="0"/>
              <a:stretch/>
            </p:blipFill>
            <p:spPr>
              <a:xfrm>
                <a:off x="4038480" y="1897560"/>
                <a:ext cx="3809520" cy="2292480"/>
              </a:xfrm>
              <a:prstGeom prst="rect">
                <a:avLst/>
              </a:prstGeom>
              <a:ln w="0">
                <a:noFill/>
              </a:ln>
            </p:spPr>
          </p:pic>
          <p:sp>
            <p:nvSpPr>
              <p:cNvPr id="540" name="Rectangle 30"/>
              <p:cNvSpPr/>
              <p:nvPr/>
            </p:nvSpPr>
            <p:spPr>
              <a:xfrm>
                <a:off x="7260120" y="202716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nvGrpSpPr>
            <p:cNvPr id="541" name="Group 2"/>
            <p:cNvGrpSpPr/>
            <p:nvPr/>
          </p:nvGrpSpPr>
          <p:grpSpPr>
            <a:xfrm>
              <a:off x="6553080" y="2583360"/>
              <a:ext cx="3809520" cy="2292480"/>
              <a:chOff x="6553080" y="2583360"/>
              <a:chExt cx="3809520" cy="2292480"/>
            </a:xfrm>
          </p:grpSpPr>
          <p:pic>
            <p:nvPicPr>
              <p:cNvPr id="542" name="Picture 12" descr="Trigger3.png"/>
              <p:cNvPicPr/>
              <p:nvPr/>
            </p:nvPicPr>
            <p:blipFill>
              <a:blip r:embed="rId3"/>
              <a:srcRect l="0" t="10686" r="0" b="0"/>
              <a:stretch/>
            </p:blipFill>
            <p:spPr>
              <a:xfrm>
                <a:off x="6553080" y="2583360"/>
                <a:ext cx="3809520" cy="2292480"/>
              </a:xfrm>
              <a:prstGeom prst="rect">
                <a:avLst/>
              </a:prstGeom>
              <a:ln w="0">
                <a:noFill/>
              </a:ln>
            </p:spPr>
          </p:pic>
          <p:sp>
            <p:nvSpPr>
              <p:cNvPr id="543" name="Rectangle 31"/>
              <p:cNvSpPr/>
              <p:nvPr/>
            </p:nvSpPr>
            <p:spPr>
              <a:xfrm>
                <a:off x="9753480" y="268308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sp>
        <p:nvSpPr>
          <p:cNvPr id="544"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Triggering Examples</a:t>
            </a:r>
            <a:endParaRPr b="0" lang="en-US" sz="3200" spc="-1" strike="noStrike">
              <a:solidFill>
                <a:schemeClr val="dk1"/>
              </a:solidFill>
              <a:latin typeface="Arial"/>
            </a:endParaRPr>
          </a:p>
        </p:txBody>
      </p:sp>
      <p:sp>
        <p:nvSpPr>
          <p:cNvPr id="545" name="PlaceHolder 2"/>
          <p:cNvSpPr>
            <a:spLocks noGrp="1"/>
          </p:cNvSpPr>
          <p:nvPr>
            <p:ph/>
          </p:nvPr>
        </p:nvSpPr>
        <p:spPr>
          <a:xfrm>
            <a:off x="2325960" y="5334120"/>
            <a:ext cx="7238520" cy="1066320"/>
          </a:xfrm>
          <a:prstGeom prst="rect">
            <a:avLst/>
          </a:prstGeom>
          <a:noFill/>
          <a:ln w="0">
            <a:noFill/>
          </a:ln>
        </p:spPr>
        <p:txBody>
          <a:bodyPr lIns="0" rIns="0" tIns="0" bIns="0" anchor="t">
            <a:noAutofit/>
          </a:bodyPr>
          <a:p>
            <a:pPr marL="285840" indent="-285840" defTabSz="914400">
              <a:lnSpc>
                <a:spcPct val="100000"/>
              </a:lnSpc>
              <a:spcBef>
                <a:spcPts val="601"/>
              </a:spcBef>
              <a:buClr>
                <a:srgbClr val="000000"/>
              </a:buClr>
              <a:buFont typeface="Arial Narrow"/>
              <a:buChar char="―"/>
            </a:pPr>
            <a:r>
              <a:rPr b="0" lang="en-US" sz="1800" spc="-1" strike="noStrike">
                <a:solidFill>
                  <a:schemeClr val="dk1"/>
                </a:solidFill>
                <a:latin typeface="Arial"/>
              </a:rPr>
              <a:t>Default trigger location (time zero) on DSOs = center-screen (horizontally)</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Narrow"/>
              <a:buChar char="―"/>
            </a:pPr>
            <a:r>
              <a:rPr b="0" lang="en-US" sz="1800" spc="-1" strike="noStrike" u="sng">
                <a:solidFill>
                  <a:schemeClr val="dk1"/>
                </a:solidFill>
                <a:uFillTx/>
                <a:latin typeface="Arial"/>
              </a:rPr>
              <a:t>Only</a:t>
            </a:r>
            <a:r>
              <a:rPr b="0" lang="en-US" sz="1800" spc="-1" strike="noStrike">
                <a:solidFill>
                  <a:schemeClr val="dk1"/>
                </a:solidFill>
                <a:latin typeface="Arial"/>
              </a:rPr>
              <a:t> trigger location on older analog scopes = left side of screen</a:t>
            </a:r>
            <a:endParaRPr b="0" lang="en-US" sz="1800" spc="-1" strike="noStrike">
              <a:solidFill>
                <a:schemeClr val="dk1"/>
              </a:solidFill>
              <a:latin typeface="Arial"/>
            </a:endParaRPr>
          </a:p>
        </p:txBody>
      </p:sp>
      <p:pic>
        <p:nvPicPr>
          <p:cNvPr id="546" name="Picture 9" descr="Fig06.TIF"/>
          <p:cNvPicPr/>
          <p:nvPr/>
        </p:nvPicPr>
        <p:blipFill>
          <a:blip r:embed="rId4"/>
          <a:stretch/>
        </p:blipFill>
        <p:spPr>
          <a:xfrm>
            <a:off x="8936640" y="616320"/>
            <a:ext cx="1104480" cy="1657080"/>
          </a:xfrm>
          <a:prstGeom prst="rect">
            <a:avLst/>
          </a:prstGeom>
          <a:ln w="0">
            <a:noFill/>
          </a:ln>
        </p:spPr>
      </p:pic>
      <p:sp>
        <p:nvSpPr>
          <p:cNvPr id="547" name="TextBox 13"/>
          <p:cNvSpPr/>
          <p:nvPr/>
        </p:nvSpPr>
        <p:spPr>
          <a:xfrm>
            <a:off x="4667400" y="2255040"/>
            <a:ext cx="114264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000" spc="-1" strike="noStrike">
                <a:solidFill>
                  <a:srgbClr val="ffff00"/>
                </a:solidFill>
                <a:latin typeface="Arial"/>
              </a:rPr>
              <a:t>Trigger Point</a:t>
            </a:r>
            <a:endParaRPr b="0" lang="de-DE" sz="1000" spc="-1" strike="noStrike">
              <a:solidFill>
                <a:srgbClr val="000000"/>
              </a:solidFill>
              <a:latin typeface="Arial"/>
            </a:endParaRPr>
          </a:p>
        </p:txBody>
      </p:sp>
      <p:cxnSp>
        <p:nvCxnSpPr>
          <p:cNvPr id="548" name="Straight Arrow Connector 15"/>
          <p:cNvCxnSpPr/>
          <p:nvPr/>
        </p:nvCxnSpPr>
        <p:spPr>
          <a:xfrm>
            <a:off x="5410080" y="2521800"/>
            <a:ext cx="228960" cy="423720"/>
          </a:xfrm>
          <a:prstGeom prst="straightConnector1">
            <a:avLst/>
          </a:prstGeom>
          <a:ln w="25400">
            <a:solidFill>
              <a:srgbClr val="ffff00"/>
            </a:solidFill>
            <a:round/>
            <a:tailEnd len="med" type="arrow" w="med"/>
          </a:ln>
        </p:spPr>
      </p:cxnSp>
      <p:sp>
        <p:nvSpPr>
          <p:cNvPr id="549" name="TextBox 17"/>
          <p:cNvSpPr/>
          <p:nvPr/>
        </p:nvSpPr>
        <p:spPr>
          <a:xfrm>
            <a:off x="8305920" y="2693520"/>
            <a:ext cx="114264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000" spc="-1" strike="noStrike">
                <a:solidFill>
                  <a:srgbClr val="ffff00"/>
                </a:solidFill>
                <a:latin typeface="Arial"/>
              </a:rPr>
              <a:t>Trigger Point</a:t>
            </a:r>
            <a:endParaRPr b="0" lang="de-DE" sz="1000" spc="-1" strike="noStrike">
              <a:solidFill>
                <a:srgbClr val="000000"/>
              </a:solidFill>
              <a:latin typeface="Arial"/>
            </a:endParaRPr>
          </a:p>
        </p:txBody>
      </p:sp>
      <p:cxnSp>
        <p:nvCxnSpPr>
          <p:cNvPr id="550" name="Straight Arrow Connector 19"/>
          <p:cNvCxnSpPr/>
          <p:nvPr/>
        </p:nvCxnSpPr>
        <p:spPr>
          <a:xfrm flipH="1">
            <a:off x="8162280" y="2921760"/>
            <a:ext cx="219960" cy="209880"/>
          </a:xfrm>
          <a:prstGeom prst="straightConnector1">
            <a:avLst/>
          </a:prstGeom>
          <a:ln w="25400">
            <a:solidFill>
              <a:srgbClr val="ffff00"/>
            </a:solidFill>
            <a:round/>
            <a:tailEnd len="med" type="arrow" w="med"/>
          </a:ln>
        </p:spPr>
      </p:cxnSp>
      <p:sp>
        <p:nvSpPr>
          <p:cNvPr id="551" name="TextBox 21"/>
          <p:cNvSpPr/>
          <p:nvPr/>
        </p:nvSpPr>
        <p:spPr>
          <a:xfrm>
            <a:off x="1905120" y="3574080"/>
            <a:ext cx="2209320" cy="4557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pc="-1" strike="noStrike">
                <a:solidFill>
                  <a:schemeClr val="dk1"/>
                </a:solidFill>
                <a:latin typeface="Arial"/>
              </a:rPr>
              <a:t>Untriggered</a:t>
            </a:r>
            <a:endParaRPr b="0" lang="de-DE" sz="1400" spc="-1" strike="noStrike">
              <a:solidFill>
                <a:srgbClr val="000000"/>
              </a:solidFill>
              <a:latin typeface="Arial"/>
            </a:endParaRPr>
          </a:p>
          <a:p>
            <a:pPr algn="ctr" defTabSz="914400">
              <a:lnSpc>
                <a:spcPct val="100000"/>
              </a:lnSpc>
            </a:pPr>
            <a:r>
              <a:rPr b="1" lang="en-US" sz="1000" spc="-1" strike="noStrike">
                <a:solidFill>
                  <a:schemeClr val="dk1"/>
                </a:solidFill>
                <a:latin typeface="Arial"/>
              </a:rPr>
              <a:t>(unsynchronized picture taking)</a:t>
            </a:r>
            <a:endParaRPr b="0" lang="de-DE" sz="1000" spc="-1" strike="noStrike">
              <a:solidFill>
                <a:srgbClr val="000000"/>
              </a:solidFill>
              <a:latin typeface="Arial"/>
            </a:endParaRPr>
          </a:p>
        </p:txBody>
      </p:sp>
      <p:sp>
        <p:nvSpPr>
          <p:cNvPr id="552" name="TextBox 22"/>
          <p:cNvSpPr/>
          <p:nvPr/>
        </p:nvSpPr>
        <p:spPr>
          <a:xfrm>
            <a:off x="3924360" y="4183560"/>
            <a:ext cx="274284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chemeClr val="dk1"/>
                </a:solidFill>
                <a:latin typeface="Arial"/>
              </a:rPr>
              <a:t>Trigger = Rising edge @ 0.0 V</a:t>
            </a:r>
            <a:endParaRPr b="0" lang="de-DE" sz="1400" spc="-1" strike="noStrike">
              <a:solidFill>
                <a:srgbClr val="000000"/>
              </a:solidFill>
              <a:latin typeface="Arial"/>
            </a:endParaRPr>
          </a:p>
        </p:txBody>
      </p:sp>
      <p:sp>
        <p:nvSpPr>
          <p:cNvPr id="553" name="TextBox 23"/>
          <p:cNvSpPr/>
          <p:nvPr/>
        </p:nvSpPr>
        <p:spPr>
          <a:xfrm>
            <a:off x="6858000" y="4869360"/>
            <a:ext cx="320004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chemeClr val="dk1"/>
                </a:solidFill>
                <a:latin typeface="Arial"/>
              </a:rPr>
              <a:t>Trigger = Falling edge @ +2.0 V</a:t>
            </a:r>
            <a:endParaRPr b="0" lang="de-DE" sz="1400" spc="-1" strike="noStrike">
              <a:solidFill>
                <a:srgbClr val="000000"/>
              </a:solidFill>
              <a:latin typeface="Arial"/>
            </a:endParaRPr>
          </a:p>
        </p:txBody>
      </p:sp>
      <p:sp>
        <p:nvSpPr>
          <p:cNvPr id="554" name="TextBox 24"/>
          <p:cNvSpPr/>
          <p:nvPr/>
        </p:nvSpPr>
        <p:spPr>
          <a:xfrm>
            <a:off x="2286000" y="1321920"/>
            <a:ext cx="281916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000" spc="-1" strike="noStrike">
                <a:solidFill>
                  <a:srgbClr val="ffff00"/>
                </a:solidFill>
                <a:latin typeface="Arial"/>
              </a:rPr>
              <a:t>Trigger level set above waveform</a:t>
            </a:r>
            <a:endParaRPr b="0" lang="de-DE" sz="1000" spc="-1" strike="noStrike">
              <a:solidFill>
                <a:srgbClr val="000000"/>
              </a:solidFill>
              <a:latin typeface="Arial"/>
            </a:endParaRPr>
          </a:p>
        </p:txBody>
      </p:sp>
      <p:sp>
        <p:nvSpPr>
          <p:cNvPr id="555" name="TextBox 25"/>
          <p:cNvSpPr/>
          <p:nvPr/>
        </p:nvSpPr>
        <p:spPr>
          <a:xfrm>
            <a:off x="8458200" y="4322160"/>
            <a:ext cx="106632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000" spc="-1" strike="noStrike">
                <a:solidFill>
                  <a:srgbClr val="ffff00"/>
                </a:solidFill>
                <a:latin typeface="Arial"/>
              </a:rPr>
              <a:t>Positive Time</a:t>
            </a:r>
            <a:endParaRPr b="0" lang="de-DE" sz="1000" spc="-1" strike="noStrike">
              <a:solidFill>
                <a:srgbClr val="000000"/>
              </a:solidFill>
              <a:latin typeface="Arial"/>
            </a:endParaRPr>
          </a:p>
        </p:txBody>
      </p:sp>
      <p:sp>
        <p:nvSpPr>
          <p:cNvPr id="556" name="TextBox 26"/>
          <p:cNvSpPr/>
          <p:nvPr/>
        </p:nvSpPr>
        <p:spPr>
          <a:xfrm>
            <a:off x="6829560" y="4322160"/>
            <a:ext cx="1066320" cy="242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000" spc="-1" strike="noStrike">
                <a:solidFill>
                  <a:srgbClr val="ffff00"/>
                </a:solidFill>
                <a:latin typeface="Arial"/>
              </a:rPr>
              <a:t>Negative Time</a:t>
            </a:r>
            <a:endParaRPr b="0" lang="de-DE" sz="1000" spc="-1" strike="noStrike">
              <a:solidFill>
                <a:srgbClr val="000000"/>
              </a:solidFill>
              <a:latin typeface="Arial"/>
            </a:endParaRPr>
          </a:p>
        </p:txBody>
      </p:sp>
      <p:cxnSp>
        <p:nvCxnSpPr>
          <p:cNvPr id="557" name="Straight Arrow Connector 27"/>
          <p:cNvCxnSpPr/>
          <p:nvPr/>
        </p:nvCxnSpPr>
        <p:spPr>
          <a:xfrm>
            <a:off x="9439560" y="4445640"/>
            <a:ext cx="237960" cy="2160"/>
          </a:xfrm>
          <a:prstGeom prst="straightConnector1">
            <a:avLst/>
          </a:prstGeom>
          <a:ln w="25400">
            <a:solidFill>
              <a:srgbClr val="ffff00"/>
            </a:solidFill>
            <a:round/>
            <a:tailEnd len="med" type="arrow" w="med"/>
          </a:ln>
        </p:spPr>
      </p:cxnSp>
      <p:cxnSp>
        <p:nvCxnSpPr>
          <p:cNvPr id="558" name="Straight Arrow Connector 29"/>
          <p:cNvCxnSpPr/>
          <p:nvPr/>
        </p:nvCxnSpPr>
        <p:spPr>
          <a:xfrm flipH="1" flipV="1">
            <a:off x="6629400" y="4445640"/>
            <a:ext cx="228960" cy="2160"/>
          </a:xfrm>
          <a:prstGeom prst="straightConnector1">
            <a:avLst/>
          </a:prstGeom>
          <a:ln w="25400">
            <a:solidFill>
              <a:srgbClr val="ffff00"/>
            </a:solidFill>
            <a:round/>
            <a:tailEnd len="med" type="arrow" w="med"/>
          </a:ln>
        </p:spPr>
      </p:cxnSp>
      <p:cxnSp>
        <p:nvCxnSpPr>
          <p:cNvPr id="559" name="Straight Arrow Connector 33"/>
          <p:cNvCxnSpPr/>
          <p:nvPr/>
        </p:nvCxnSpPr>
        <p:spPr>
          <a:xfrm>
            <a:off x="8162640" y="4445640"/>
            <a:ext cx="305280" cy="2160"/>
          </a:xfrm>
          <a:prstGeom prst="straightConnector1">
            <a:avLst/>
          </a:prstGeom>
          <a:ln w="25400">
            <a:solidFill>
              <a:srgbClr val="ffff00"/>
            </a:solidFill>
            <a:round/>
            <a:headEnd len="med" type="oval" w="med"/>
          </a:ln>
        </p:spPr>
      </p:cxnSp>
      <p:cxnSp>
        <p:nvCxnSpPr>
          <p:cNvPr id="560" name="Straight Arrow Connector 36"/>
          <p:cNvCxnSpPr/>
          <p:nvPr/>
        </p:nvCxnSpPr>
        <p:spPr>
          <a:xfrm flipH="1" flipV="1">
            <a:off x="7848360" y="4445640"/>
            <a:ext cx="305280" cy="1080"/>
          </a:xfrm>
          <a:prstGeom prst="straightConnector1">
            <a:avLst/>
          </a:prstGeom>
          <a:ln w="25400">
            <a:solidFill>
              <a:srgbClr val="ffff00"/>
            </a:solidFill>
            <a:round/>
          </a:ln>
        </p:spPr>
      </p:cxnSp>
      <p:sp>
        <p:nvSpPr>
          <p:cNvPr id="4" name="PlaceHolder 3"/>
          <p:cNvSpPr>
            <a:spLocks noGrp="1"/>
          </p:cNvSpPr>
          <p:nvPr>
            <p:ph type="sldNum" idx="23"/>
          </p:nvPr>
        </p:nvSpPr>
        <p:spPr/>
        <p:txBody>
          <a:bodyPr/>
          <a:p>
            <a:fld id="{F488DEBC-4EB2-4922-8DED-D8465E6BD7FB}"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Advanced Oscilloscope Triggering</a:t>
            </a:r>
            <a:endParaRPr b="0" lang="en-US" sz="3200" spc="-1" strike="noStrike">
              <a:solidFill>
                <a:schemeClr val="dk1"/>
              </a:solidFill>
              <a:latin typeface="Arial"/>
            </a:endParaRPr>
          </a:p>
        </p:txBody>
      </p:sp>
      <p:sp>
        <p:nvSpPr>
          <p:cNvPr id="562" name="PlaceHolder 2"/>
          <p:cNvSpPr>
            <a:spLocks noGrp="1"/>
          </p:cNvSpPr>
          <p:nvPr>
            <p:ph/>
          </p:nvPr>
        </p:nvSpPr>
        <p:spPr>
          <a:xfrm>
            <a:off x="2476440" y="5181480"/>
            <a:ext cx="7238520" cy="1294920"/>
          </a:xfrm>
          <a:prstGeom prst="rect">
            <a:avLst/>
          </a:prstGeom>
          <a:noFill/>
          <a:ln w="0">
            <a:noFill/>
          </a:ln>
        </p:spPr>
        <p:txBody>
          <a:bodyPr lIns="0" rIns="0" tIns="0" bIns="0" anchor="t">
            <a:noAutofit/>
          </a:bodyPr>
          <a:p>
            <a:pPr marL="343080" indent="-343080" defTabSz="914400">
              <a:lnSpc>
                <a:spcPct val="100000"/>
              </a:lnSpc>
              <a:spcBef>
                <a:spcPts val="601"/>
              </a:spcBef>
              <a:buClr>
                <a:srgbClr val="000000"/>
              </a:buClr>
              <a:buFont typeface="Arial"/>
              <a:buChar char="−"/>
            </a:pPr>
            <a:r>
              <a:rPr b="0" lang="en-US" sz="2000" spc="-1" strike="noStrike">
                <a:solidFill>
                  <a:schemeClr val="dk1"/>
                </a:solidFill>
                <a:latin typeface="Arial Narrow"/>
              </a:rPr>
              <a:t>Most of your undergraduate lab experiments will be based on using standard “edge” triggering</a:t>
            </a:r>
            <a:endParaRPr b="0" lang="en-US" sz="2000" spc="-1" strike="noStrike">
              <a:solidFill>
                <a:schemeClr val="dk1"/>
              </a:solidFill>
              <a:latin typeface="Arial"/>
            </a:endParaRPr>
          </a:p>
          <a:p>
            <a:pPr marL="343080" indent="-343080" defTabSz="914400">
              <a:lnSpc>
                <a:spcPct val="100000"/>
              </a:lnSpc>
              <a:spcBef>
                <a:spcPts val="601"/>
              </a:spcBef>
              <a:buClr>
                <a:srgbClr val="000000"/>
              </a:buClr>
              <a:buFont typeface="Arial"/>
              <a:buChar char="−"/>
            </a:pPr>
            <a:r>
              <a:rPr b="0" lang="en-US" sz="2000" spc="-1" strike="noStrike">
                <a:solidFill>
                  <a:schemeClr val="dk1"/>
                </a:solidFill>
                <a:latin typeface="Arial Narrow"/>
              </a:rPr>
              <a:t>Triggering on more complex signals requires advanced triggering options.</a:t>
            </a:r>
            <a:endParaRPr b="0" lang="en-US" sz="2000" spc="-1" strike="noStrike">
              <a:solidFill>
                <a:schemeClr val="dk1"/>
              </a:solidFill>
              <a:latin typeface="Arial"/>
            </a:endParaRPr>
          </a:p>
          <a:p>
            <a:pPr indent="0" defTabSz="914400">
              <a:lnSpc>
                <a:spcPct val="100000"/>
              </a:lnSpc>
              <a:spcBef>
                <a:spcPts val="601"/>
              </a:spcBef>
              <a:buNone/>
              <a:tabLst>
                <a:tab algn="l" pos="0"/>
              </a:tabLst>
            </a:pPr>
            <a:endParaRPr b="0" lang="en-US" sz="2000" spc="-1" strike="noStrike">
              <a:solidFill>
                <a:schemeClr val="dk1"/>
              </a:solidFill>
              <a:latin typeface="Arial"/>
            </a:endParaRPr>
          </a:p>
        </p:txBody>
      </p:sp>
      <p:sp>
        <p:nvSpPr>
          <p:cNvPr id="563" name="TextBox 23"/>
          <p:cNvSpPr/>
          <p:nvPr/>
        </p:nvSpPr>
        <p:spPr>
          <a:xfrm>
            <a:off x="3792240" y="4742280"/>
            <a:ext cx="441936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Example: Triggering on an I</a:t>
            </a:r>
            <a:r>
              <a:rPr b="1" lang="en-US" sz="1600" spc="-1" strike="noStrike" baseline="30000">
                <a:solidFill>
                  <a:schemeClr val="dk1"/>
                </a:solidFill>
                <a:latin typeface="Arial"/>
              </a:rPr>
              <a:t>2</a:t>
            </a:r>
            <a:r>
              <a:rPr b="1" lang="en-US" sz="1600" spc="-1" strike="noStrike">
                <a:solidFill>
                  <a:schemeClr val="dk1"/>
                </a:solidFill>
                <a:latin typeface="Arial"/>
              </a:rPr>
              <a:t>C serial bus</a:t>
            </a:r>
            <a:endParaRPr b="0" lang="de-DE" sz="1600" spc="-1" strike="noStrike">
              <a:solidFill>
                <a:srgbClr val="000000"/>
              </a:solidFill>
              <a:latin typeface="Arial"/>
            </a:endParaRPr>
          </a:p>
        </p:txBody>
      </p:sp>
      <p:grpSp>
        <p:nvGrpSpPr>
          <p:cNvPr id="564" name="Group 2"/>
          <p:cNvGrpSpPr/>
          <p:nvPr/>
        </p:nvGrpSpPr>
        <p:grpSpPr>
          <a:xfrm>
            <a:off x="3200400" y="1143000"/>
            <a:ext cx="5790960" cy="3484440"/>
            <a:chOff x="3200400" y="1143000"/>
            <a:chExt cx="5790960" cy="3484440"/>
          </a:xfrm>
        </p:grpSpPr>
        <p:pic>
          <p:nvPicPr>
            <p:cNvPr id="565" name="Picture 16" descr="Advanced Trigger1.png"/>
            <p:cNvPicPr/>
            <p:nvPr/>
          </p:nvPicPr>
          <p:blipFill>
            <a:blip r:embed="rId1"/>
            <a:stretch/>
          </p:blipFill>
          <p:spPr>
            <a:xfrm>
              <a:off x="3200400" y="1143000"/>
              <a:ext cx="5790960" cy="3484440"/>
            </a:xfrm>
            <a:prstGeom prst="rect">
              <a:avLst/>
            </a:prstGeom>
            <a:ln w="0">
              <a:noFill/>
            </a:ln>
          </p:spPr>
        </p:pic>
        <p:sp>
          <p:nvSpPr>
            <p:cNvPr id="566" name="Rectangle 6"/>
            <p:cNvSpPr/>
            <p:nvPr/>
          </p:nvSpPr>
          <p:spPr>
            <a:xfrm>
              <a:off x="8077320" y="1329120"/>
              <a:ext cx="837720" cy="22824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sp>
        <p:nvSpPr>
          <p:cNvPr id="4" name="PlaceHolder 3"/>
          <p:cNvSpPr>
            <a:spLocks noGrp="1"/>
          </p:cNvSpPr>
          <p:nvPr>
            <p:ph type="sldNum" idx="23"/>
          </p:nvPr>
        </p:nvSpPr>
        <p:spPr/>
        <p:txBody>
          <a:bodyPr/>
          <a:p>
            <a:fld id="{40946F52-A76C-4891-988D-0A7425DF304D}"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7" name="Picture 6" descr="Fig50.jpg"/>
          <p:cNvPicPr/>
          <p:nvPr/>
        </p:nvPicPr>
        <p:blipFill>
          <a:blip r:embed="rId1"/>
          <a:stretch/>
        </p:blipFill>
        <p:spPr>
          <a:xfrm>
            <a:off x="1873440" y="640800"/>
            <a:ext cx="8565840" cy="4773600"/>
          </a:xfrm>
          <a:prstGeom prst="rect">
            <a:avLst/>
          </a:prstGeom>
          <a:ln w="0">
            <a:noFill/>
          </a:ln>
        </p:spPr>
      </p:pic>
      <p:sp>
        <p:nvSpPr>
          <p:cNvPr id="568"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Oscilloscope Theory of Operation</a:t>
            </a:r>
            <a:endParaRPr b="0" lang="en-US" sz="3200" spc="-1" strike="noStrike">
              <a:solidFill>
                <a:schemeClr val="dk1"/>
              </a:solidFill>
              <a:latin typeface="Arial"/>
            </a:endParaRPr>
          </a:p>
        </p:txBody>
      </p:sp>
      <p:sp>
        <p:nvSpPr>
          <p:cNvPr id="569" name="TextBox 23"/>
          <p:cNvSpPr/>
          <p:nvPr/>
        </p:nvSpPr>
        <p:spPr>
          <a:xfrm>
            <a:off x="4267080" y="5823360"/>
            <a:ext cx="44193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800" spc="-1" strike="noStrike">
                <a:solidFill>
                  <a:schemeClr val="dk1"/>
                </a:solidFill>
                <a:latin typeface="Arial"/>
              </a:rPr>
              <a:t>DSO Block Diagram</a:t>
            </a:r>
            <a:endParaRPr b="0" lang="de-DE" sz="1800" spc="-1" strike="noStrike">
              <a:solidFill>
                <a:srgbClr val="000000"/>
              </a:solidFill>
              <a:latin typeface="Arial"/>
            </a:endParaRPr>
          </a:p>
        </p:txBody>
      </p:sp>
      <p:sp>
        <p:nvSpPr>
          <p:cNvPr id="570" name="TextBox 4"/>
          <p:cNvSpPr/>
          <p:nvPr/>
        </p:nvSpPr>
        <p:spPr>
          <a:xfrm>
            <a:off x="2304360" y="4953960"/>
            <a:ext cx="346212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200" spc="-1" strike="noStrike">
                <a:solidFill>
                  <a:schemeClr val="dk1"/>
                </a:solidFill>
                <a:latin typeface="Arial"/>
              </a:rPr>
              <a:t>Yellow = Channel-specific blocks</a:t>
            </a:r>
            <a:endParaRPr b="0" lang="de-DE" sz="1200" spc="-1" strike="noStrike">
              <a:solidFill>
                <a:srgbClr val="000000"/>
              </a:solidFill>
              <a:latin typeface="Arial"/>
            </a:endParaRPr>
          </a:p>
          <a:p>
            <a:pPr defTabSz="914400">
              <a:lnSpc>
                <a:spcPct val="100000"/>
              </a:lnSpc>
            </a:pPr>
            <a:r>
              <a:rPr b="1" lang="en-US" sz="1200" spc="-1" strike="noStrike">
                <a:solidFill>
                  <a:schemeClr val="dk1"/>
                </a:solidFill>
                <a:latin typeface="Arial"/>
              </a:rPr>
              <a:t>Blue = System blocks (supports all channels)</a:t>
            </a:r>
            <a:endParaRPr b="0" lang="de-DE" sz="1200" spc="-1" strike="noStrike">
              <a:solidFill>
                <a:srgbClr val="000000"/>
              </a:solidFill>
              <a:latin typeface="Arial"/>
            </a:endParaRPr>
          </a:p>
        </p:txBody>
      </p:sp>
      <p:sp>
        <p:nvSpPr>
          <p:cNvPr id="3" name="PlaceHolder 2"/>
          <p:cNvSpPr>
            <a:spLocks noGrp="1"/>
          </p:cNvSpPr>
          <p:nvPr>
            <p:ph type="sldNum" idx="23"/>
          </p:nvPr>
        </p:nvSpPr>
        <p:spPr/>
        <p:txBody>
          <a:bodyPr/>
          <a:p>
            <a:fld id="{7B9ECA62-EE80-45D9-9B7A-2668C5A8A29F}"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Oscilloscope Performance Specifications</a:t>
            </a:r>
            <a:endParaRPr b="0" lang="en-US" sz="3200" spc="-1" strike="noStrike">
              <a:solidFill>
                <a:schemeClr val="dk1"/>
              </a:solidFill>
              <a:latin typeface="Arial"/>
            </a:endParaRPr>
          </a:p>
        </p:txBody>
      </p:sp>
      <p:sp>
        <p:nvSpPr>
          <p:cNvPr id="572" name="PlaceHolder 2"/>
          <p:cNvSpPr>
            <a:spLocks noGrp="1"/>
          </p:cNvSpPr>
          <p:nvPr>
            <p:ph/>
          </p:nvPr>
        </p:nvSpPr>
        <p:spPr>
          <a:xfrm>
            <a:off x="2743200" y="4610160"/>
            <a:ext cx="7171920" cy="2133360"/>
          </a:xfrm>
          <a:prstGeom prst="rect">
            <a:avLst/>
          </a:prstGeom>
          <a:noFill/>
          <a:ln w="0">
            <a:noFill/>
          </a:ln>
        </p:spPr>
        <p:txBody>
          <a:bodyPr lIns="0" rIns="0" tIns="0" bIns="0" anchor="t">
            <a:noAutofit/>
          </a:bodyPr>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All oscilloscopes exhibit a low-pass frequency response.</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The frequency where an input sine wave is attenuated by 3 dB defines the scope’s bandwidth.</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-3 dB equates to ~ -30% amplitude error (-3 dB = 20 Log     ).</a:t>
            </a:r>
            <a:endParaRPr b="0" lang="en-US" sz="1800" spc="-1" strike="noStrike">
              <a:solidFill>
                <a:schemeClr val="dk1"/>
              </a:solidFill>
              <a:latin typeface="Arial"/>
            </a:endParaRPr>
          </a:p>
          <a:p>
            <a:pPr indent="0" defTabSz="914400">
              <a:lnSpc>
                <a:spcPct val="100000"/>
              </a:lnSpc>
              <a:spcBef>
                <a:spcPts val="601"/>
              </a:spcBef>
              <a:buNone/>
            </a:pPr>
            <a:endParaRPr b="0" lang="en-US" sz="1800" spc="-1" strike="noStrike">
              <a:solidFill>
                <a:schemeClr val="dk1"/>
              </a:solidFill>
              <a:latin typeface="Arial"/>
            </a:endParaRPr>
          </a:p>
        </p:txBody>
      </p:sp>
      <p:sp>
        <p:nvSpPr>
          <p:cNvPr id="573" name="PlaceHolder 3"/>
          <p:cNvSpPr>
            <a:spLocks noGrp="1"/>
          </p:cNvSpPr>
          <p:nvPr>
            <p:ph/>
          </p:nvPr>
        </p:nvSpPr>
        <p:spPr>
          <a:xfrm>
            <a:off x="1015920" y="685800"/>
            <a:ext cx="9651600" cy="456840"/>
          </a:xfrm>
          <a:prstGeom prst="rect">
            <a:avLst/>
          </a:prstGeom>
          <a:noFill/>
          <a:ln w="0">
            <a:noFill/>
          </a:ln>
        </p:spPr>
        <p:txBody>
          <a:bodyPr lIns="0" rIns="0" tIns="0" bIns="0" anchor="t">
            <a:noAutofit/>
          </a:bodyPr>
          <a:p>
            <a:pPr indent="0" defTabSz="914400">
              <a:lnSpc>
                <a:spcPct val="100000"/>
              </a:lnSpc>
              <a:spcBef>
                <a:spcPts val="1800"/>
              </a:spcBef>
              <a:spcAft>
                <a:spcPts val="1001"/>
              </a:spcAft>
              <a:buNone/>
              <a:tabLst>
                <a:tab algn="l" pos="0"/>
              </a:tabLst>
            </a:pPr>
            <a:r>
              <a:rPr b="1" i="1" lang="en-US" sz="1800" spc="-1" strike="noStrike">
                <a:solidFill>
                  <a:schemeClr val="dk2"/>
                </a:solidFill>
                <a:latin typeface="Arial Narrow"/>
              </a:rPr>
              <a:t>“</a:t>
            </a:r>
            <a:r>
              <a:rPr b="1" i="1" lang="en-US" sz="1800" spc="-1" strike="noStrike">
                <a:solidFill>
                  <a:schemeClr val="dk2"/>
                </a:solidFill>
                <a:latin typeface="Arial Narrow"/>
              </a:rPr>
              <a:t>Bandwidth” is the most important oscilloscope specification</a:t>
            </a:r>
            <a:endParaRPr b="0" lang="en-US" sz="1800" spc="-1" strike="noStrike">
              <a:solidFill>
                <a:schemeClr val="dk1"/>
              </a:solidFill>
              <a:latin typeface="Arial"/>
            </a:endParaRPr>
          </a:p>
          <a:p>
            <a:pPr indent="0" defTabSz="914400">
              <a:lnSpc>
                <a:spcPct val="100000"/>
              </a:lnSpc>
              <a:spcBef>
                <a:spcPts val="1800"/>
              </a:spcBef>
              <a:spcAft>
                <a:spcPts val="1001"/>
              </a:spcAft>
              <a:buNone/>
              <a:tabLst>
                <a:tab algn="l" pos="0"/>
              </a:tabLst>
            </a:pPr>
            <a:endParaRPr b="0" lang="en-US" sz="1800" spc="-1" strike="noStrike">
              <a:solidFill>
                <a:schemeClr val="dk1"/>
              </a:solidFill>
              <a:latin typeface="Arial"/>
            </a:endParaRPr>
          </a:p>
        </p:txBody>
      </p:sp>
      <p:sp>
        <p:nvSpPr>
          <p:cNvPr id="574" name="TextBox 23"/>
          <p:cNvSpPr/>
          <p:nvPr/>
        </p:nvSpPr>
        <p:spPr>
          <a:xfrm>
            <a:off x="3799440" y="3926520"/>
            <a:ext cx="480024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Oscilloscope “Gaussian” Frequency Response</a:t>
            </a:r>
            <a:endParaRPr b="0" lang="de-DE" sz="1600" spc="-1" strike="noStrike">
              <a:solidFill>
                <a:srgbClr val="000000"/>
              </a:solidFill>
              <a:latin typeface="Arial"/>
            </a:endParaRPr>
          </a:p>
        </p:txBody>
      </p:sp>
      <p:pic>
        <p:nvPicPr>
          <p:cNvPr id="575" name="Picture 5" descr="Fig51.PNG"/>
          <p:cNvPicPr/>
          <p:nvPr/>
        </p:nvPicPr>
        <p:blipFill>
          <a:blip r:embed="rId1"/>
          <a:stretch/>
        </p:blipFill>
        <p:spPr>
          <a:xfrm>
            <a:off x="4029120" y="1524600"/>
            <a:ext cx="4133520" cy="2434680"/>
          </a:xfrm>
          <a:prstGeom prst="rect">
            <a:avLst/>
          </a:prstGeom>
          <a:ln w="0">
            <a:noFill/>
          </a:ln>
        </p:spPr>
      </p:pic>
      <p:sp>
        <p:nvSpPr>
          <p:cNvPr id="576" name="Rectangle 2"/>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pic>
        <p:nvPicPr>
          <p:cNvPr id="577" name="Picture 1" descr=""/>
          <p:cNvPicPr/>
          <p:nvPr/>
        </p:nvPicPr>
        <p:blipFill>
          <a:blip r:embed="rId2"/>
          <a:stretch/>
        </p:blipFill>
        <p:spPr>
          <a:xfrm>
            <a:off x="8699760" y="5537160"/>
            <a:ext cx="247320" cy="495000"/>
          </a:xfrm>
          <a:prstGeom prst="rect">
            <a:avLst/>
          </a:prstGeom>
          <a:ln w="0">
            <a:noFill/>
          </a:ln>
        </p:spPr>
      </p:pic>
      <p:sp>
        <p:nvSpPr>
          <p:cNvPr id="5" name="PlaceHolder 4"/>
          <p:cNvSpPr>
            <a:spLocks noGrp="1"/>
          </p:cNvSpPr>
          <p:nvPr>
            <p:ph type="sldNum" idx="20"/>
          </p:nvPr>
        </p:nvSpPr>
        <p:spPr/>
        <p:txBody>
          <a:bodyPr/>
          <a:p>
            <a:fld id="{71FD22D6-A45E-46B1-98D2-3B4672A6B347}"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Selecting the Right Bandwidth</a:t>
            </a:r>
            <a:endParaRPr b="0" lang="en-US" sz="3200" spc="-1" strike="noStrike">
              <a:solidFill>
                <a:schemeClr val="dk1"/>
              </a:solidFill>
              <a:latin typeface="Arial"/>
            </a:endParaRPr>
          </a:p>
        </p:txBody>
      </p:sp>
      <p:sp>
        <p:nvSpPr>
          <p:cNvPr id="579" name="PlaceHolder 2"/>
          <p:cNvSpPr>
            <a:spLocks noGrp="1"/>
          </p:cNvSpPr>
          <p:nvPr>
            <p:ph/>
          </p:nvPr>
        </p:nvSpPr>
        <p:spPr>
          <a:xfrm>
            <a:off x="2590920" y="4343400"/>
            <a:ext cx="7171920" cy="1841040"/>
          </a:xfrm>
          <a:prstGeom prst="rect">
            <a:avLst/>
          </a:prstGeom>
          <a:noFill/>
          <a:ln w="0">
            <a:noFill/>
          </a:ln>
        </p:spPr>
        <p:txBody>
          <a:bodyPr lIns="0" rIns="0" tIns="0" bIns="0" anchor="t">
            <a:noAutofit/>
          </a:bodyPr>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Required BW for analog applications: ≥ 3X highest sine wave frequency.</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Required BW for digital applications: ≥ 5X highest digital clock rate.</a:t>
            </a:r>
            <a:endParaRPr b="0" lang="en-US" sz="1800" spc="-1" strike="noStrike">
              <a:solidFill>
                <a:schemeClr val="dk1"/>
              </a:solidFill>
              <a:latin typeface="Arial"/>
            </a:endParaRPr>
          </a:p>
          <a:p>
            <a:pPr marL="228600" indent="-228600" defTabSz="914400">
              <a:lnSpc>
                <a:spcPct val="100000"/>
              </a:lnSpc>
              <a:spcBef>
                <a:spcPts val="601"/>
              </a:spcBef>
              <a:buClr>
                <a:srgbClr val="24377c"/>
              </a:buClr>
              <a:buFont typeface="Arial"/>
              <a:buChar char="–"/>
            </a:pPr>
            <a:r>
              <a:rPr b="0" lang="en-US" sz="1800" spc="-1" strike="noStrike">
                <a:solidFill>
                  <a:schemeClr val="dk1"/>
                </a:solidFill>
                <a:latin typeface="Arial"/>
              </a:rPr>
              <a:t>More accurate BW determination based on signal edge speeds (refer to “Bandwidth” application note listed at end of presentation)</a:t>
            </a:r>
            <a:endParaRPr b="0" lang="en-US" sz="1800" spc="-1" strike="noStrike">
              <a:solidFill>
                <a:schemeClr val="dk1"/>
              </a:solidFill>
              <a:latin typeface="Arial"/>
            </a:endParaRPr>
          </a:p>
          <a:p>
            <a:pPr indent="0" defTabSz="914400">
              <a:lnSpc>
                <a:spcPct val="100000"/>
              </a:lnSpc>
              <a:spcBef>
                <a:spcPts val="601"/>
              </a:spcBef>
              <a:buNone/>
            </a:pPr>
            <a:endParaRPr b="0" lang="en-US" sz="1800" spc="-1" strike="noStrike">
              <a:solidFill>
                <a:schemeClr val="dk1"/>
              </a:solidFill>
              <a:latin typeface="Arial"/>
            </a:endParaRPr>
          </a:p>
        </p:txBody>
      </p:sp>
      <p:sp>
        <p:nvSpPr>
          <p:cNvPr id="580" name="PlaceHolder 3"/>
          <p:cNvSpPr>
            <a:spLocks noGrp="1"/>
          </p:cNvSpPr>
          <p:nvPr>
            <p:ph/>
          </p:nvPr>
        </p:nvSpPr>
        <p:spPr>
          <a:xfrm>
            <a:off x="1015920" y="685800"/>
            <a:ext cx="9651600" cy="456840"/>
          </a:xfrm>
          <a:prstGeom prst="rect">
            <a:avLst/>
          </a:prstGeom>
          <a:noFill/>
          <a:ln w="0">
            <a:noFill/>
          </a:ln>
        </p:spPr>
        <p:txBody>
          <a:bodyPr lIns="0" rIns="0" tIns="0" bIns="0" anchor="t">
            <a:noAutofit/>
          </a:bodyPr>
          <a:p>
            <a:pPr indent="0" defTabSz="914400">
              <a:lnSpc>
                <a:spcPct val="100000"/>
              </a:lnSpc>
              <a:spcBef>
                <a:spcPts val="1800"/>
              </a:spcBef>
              <a:spcAft>
                <a:spcPts val="1001"/>
              </a:spcAft>
              <a:buNone/>
              <a:tabLst>
                <a:tab algn="l" pos="0"/>
              </a:tabLst>
            </a:pPr>
            <a:r>
              <a:rPr b="1" i="1" lang="en-US" sz="2000" spc="-1" strike="noStrike">
                <a:solidFill>
                  <a:schemeClr val="dk2"/>
                </a:solidFill>
                <a:latin typeface="Arial Narrow"/>
              </a:rPr>
              <a:t>Input = 100-MHz Digital Clock</a:t>
            </a:r>
            <a:endParaRPr b="0" lang="en-US" sz="2000" spc="-1" strike="noStrike">
              <a:solidFill>
                <a:schemeClr val="dk1"/>
              </a:solidFill>
              <a:latin typeface="Arial"/>
            </a:endParaRPr>
          </a:p>
          <a:p>
            <a:pPr indent="0" defTabSz="914400">
              <a:lnSpc>
                <a:spcPct val="100000"/>
              </a:lnSpc>
              <a:spcBef>
                <a:spcPts val="1800"/>
              </a:spcBef>
              <a:spcAft>
                <a:spcPts val="1001"/>
              </a:spcAft>
              <a:buNone/>
              <a:tabLst>
                <a:tab algn="l" pos="0"/>
              </a:tabLst>
            </a:pPr>
            <a:endParaRPr b="0" lang="en-US" sz="2000" spc="-1" strike="noStrike">
              <a:solidFill>
                <a:schemeClr val="dk1"/>
              </a:solidFill>
              <a:latin typeface="Arial"/>
            </a:endParaRPr>
          </a:p>
        </p:txBody>
      </p:sp>
      <p:sp>
        <p:nvSpPr>
          <p:cNvPr id="581" name="TextBox 23"/>
          <p:cNvSpPr/>
          <p:nvPr/>
        </p:nvSpPr>
        <p:spPr>
          <a:xfrm>
            <a:off x="2209680" y="3695760"/>
            <a:ext cx="396216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Response using a 100-MHz BW scope</a:t>
            </a:r>
            <a:endParaRPr b="0" lang="de-DE" sz="1600" spc="-1" strike="noStrike">
              <a:solidFill>
                <a:srgbClr val="000000"/>
              </a:solidFill>
              <a:latin typeface="Arial"/>
            </a:endParaRPr>
          </a:p>
        </p:txBody>
      </p:sp>
      <p:sp>
        <p:nvSpPr>
          <p:cNvPr id="582" name="TextBox 10"/>
          <p:cNvSpPr/>
          <p:nvPr/>
        </p:nvSpPr>
        <p:spPr>
          <a:xfrm>
            <a:off x="6248520" y="3695760"/>
            <a:ext cx="3962160" cy="333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600" spc="-1" strike="noStrike">
                <a:solidFill>
                  <a:schemeClr val="dk1"/>
                </a:solidFill>
                <a:latin typeface="Arial"/>
              </a:rPr>
              <a:t>Response using a 500-MHz BW scope</a:t>
            </a:r>
            <a:endParaRPr b="0" lang="de-DE" sz="1600" spc="-1" strike="noStrike">
              <a:solidFill>
                <a:srgbClr val="000000"/>
              </a:solidFill>
              <a:latin typeface="Arial"/>
            </a:endParaRPr>
          </a:p>
        </p:txBody>
      </p:sp>
      <p:grpSp>
        <p:nvGrpSpPr>
          <p:cNvPr id="583" name="Group 5"/>
          <p:cNvGrpSpPr/>
          <p:nvPr/>
        </p:nvGrpSpPr>
        <p:grpSpPr>
          <a:xfrm>
            <a:off x="2286000" y="1397160"/>
            <a:ext cx="7848000" cy="2305800"/>
            <a:chOff x="2286000" y="1397160"/>
            <a:chExt cx="7848000" cy="2305800"/>
          </a:xfrm>
        </p:grpSpPr>
        <p:grpSp>
          <p:nvGrpSpPr>
            <p:cNvPr id="584" name="Group 4"/>
            <p:cNvGrpSpPr/>
            <p:nvPr/>
          </p:nvGrpSpPr>
          <p:grpSpPr>
            <a:xfrm>
              <a:off x="2286000" y="1410480"/>
              <a:ext cx="3809520" cy="2292480"/>
              <a:chOff x="2286000" y="1410480"/>
              <a:chExt cx="3809520" cy="2292480"/>
            </a:xfrm>
          </p:grpSpPr>
          <p:pic>
            <p:nvPicPr>
              <p:cNvPr id="585" name="Picture 7" descr="Fig02.png"/>
              <p:cNvPicPr/>
              <p:nvPr/>
            </p:nvPicPr>
            <p:blipFill>
              <a:blip r:embed="rId1"/>
              <a:stretch/>
            </p:blipFill>
            <p:spPr>
              <a:xfrm>
                <a:off x="2286000" y="1410480"/>
                <a:ext cx="3809520" cy="2292480"/>
              </a:xfrm>
              <a:prstGeom prst="rect">
                <a:avLst/>
              </a:prstGeom>
              <a:ln w="0">
                <a:noFill/>
              </a:ln>
            </p:spPr>
          </p:pic>
          <p:sp>
            <p:nvSpPr>
              <p:cNvPr id="586" name="Rectangle 9"/>
              <p:cNvSpPr/>
              <p:nvPr/>
            </p:nvSpPr>
            <p:spPr>
              <a:xfrm>
                <a:off x="5486400" y="152388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nvGrpSpPr>
            <p:cNvPr id="587" name="Group 3"/>
            <p:cNvGrpSpPr/>
            <p:nvPr/>
          </p:nvGrpSpPr>
          <p:grpSpPr>
            <a:xfrm>
              <a:off x="6324480" y="1397160"/>
              <a:ext cx="3809520" cy="2292480"/>
              <a:chOff x="6324480" y="1397160"/>
              <a:chExt cx="3809520" cy="2292480"/>
            </a:xfrm>
          </p:grpSpPr>
          <p:pic>
            <p:nvPicPr>
              <p:cNvPr id="588" name="Picture 8" descr="Fig03.png"/>
              <p:cNvPicPr/>
              <p:nvPr/>
            </p:nvPicPr>
            <p:blipFill>
              <a:blip r:embed="rId2"/>
              <a:stretch/>
            </p:blipFill>
            <p:spPr>
              <a:xfrm>
                <a:off x="6324480" y="1397160"/>
                <a:ext cx="3809520" cy="2292480"/>
              </a:xfrm>
              <a:prstGeom prst="rect">
                <a:avLst/>
              </a:prstGeom>
              <a:ln w="0">
                <a:noFill/>
              </a:ln>
            </p:spPr>
          </p:pic>
          <p:sp>
            <p:nvSpPr>
              <p:cNvPr id="589" name="Rectangle 11"/>
              <p:cNvSpPr/>
              <p:nvPr/>
            </p:nvSpPr>
            <p:spPr>
              <a:xfrm>
                <a:off x="9530280" y="152388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sp>
        <p:nvSpPr>
          <p:cNvPr id="5" name="PlaceHolder 4"/>
          <p:cNvSpPr>
            <a:spLocks noGrp="1"/>
          </p:cNvSpPr>
          <p:nvPr>
            <p:ph type="sldNum" idx="20"/>
          </p:nvPr>
        </p:nvSpPr>
        <p:spPr/>
        <p:txBody>
          <a:bodyPr/>
          <a:p>
            <a:fld id="{9D27AA68-6B61-47FF-8C45-BE28F09B01F4}"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Other Important Oscilloscope Specifications</a:t>
            </a:r>
            <a:endParaRPr b="0" lang="en-US" sz="3200" spc="-1" strike="noStrike">
              <a:solidFill>
                <a:schemeClr val="dk1"/>
              </a:solidFill>
              <a:latin typeface="Arial"/>
            </a:endParaRPr>
          </a:p>
        </p:txBody>
      </p:sp>
      <p:sp>
        <p:nvSpPr>
          <p:cNvPr id="591" name="PlaceHolder 2"/>
          <p:cNvSpPr>
            <a:spLocks noGrp="1"/>
          </p:cNvSpPr>
          <p:nvPr>
            <p:ph/>
          </p:nvPr>
        </p:nvSpPr>
        <p:spPr>
          <a:xfrm>
            <a:off x="1828800" y="1123560"/>
            <a:ext cx="4571640" cy="3047760"/>
          </a:xfrm>
          <a:prstGeom prst="rect">
            <a:avLst/>
          </a:prstGeom>
          <a:noFill/>
          <a:ln w="0">
            <a:noFill/>
          </a:ln>
        </p:spPr>
        <p:txBody>
          <a:bodyPr lIns="0" rIns="0" tIns="0" bIns="0" anchor="t">
            <a:noAutofit/>
          </a:bodyPr>
          <a:p>
            <a:pPr marL="285840" indent="-285840" defTabSz="914400">
              <a:lnSpc>
                <a:spcPct val="100000"/>
              </a:lnSpc>
              <a:spcBef>
                <a:spcPts val="601"/>
              </a:spcBef>
              <a:buClr>
                <a:srgbClr val="000000"/>
              </a:buClr>
              <a:buFont typeface="Arial Narrow"/>
              <a:buChar char="―"/>
            </a:pPr>
            <a:r>
              <a:rPr b="0" lang="en-US" sz="1800" spc="-1" strike="noStrike" u="sng">
                <a:solidFill>
                  <a:schemeClr val="dk1"/>
                </a:solidFill>
                <a:uFillTx/>
                <a:latin typeface="Arial"/>
              </a:rPr>
              <a:t>Sample Rate </a:t>
            </a:r>
            <a:r>
              <a:rPr b="0" lang="en-US" sz="1800" spc="-1" strike="noStrike">
                <a:solidFill>
                  <a:schemeClr val="dk1"/>
                </a:solidFill>
                <a:latin typeface="Arial"/>
              </a:rPr>
              <a:t>(in samples/sec) – Should be ≥ 4X BW</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Narrow"/>
              <a:buChar char="―"/>
            </a:pPr>
            <a:r>
              <a:rPr b="0" lang="en-US" sz="1800" spc="-1" strike="noStrike" u="sng">
                <a:solidFill>
                  <a:schemeClr val="dk1"/>
                </a:solidFill>
                <a:uFillTx/>
                <a:latin typeface="Arial"/>
              </a:rPr>
              <a:t>Memory Depth </a:t>
            </a:r>
            <a:r>
              <a:rPr b="0" lang="en-US" sz="1800" spc="-1" strike="noStrike">
                <a:solidFill>
                  <a:schemeClr val="dk1"/>
                </a:solidFill>
                <a:latin typeface="Arial"/>
              </a:rPr>
              <a:t>– Determines the longest waveforms that can be captured while still sampling at the scope’s maximum sample rate.</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Narrow"/>
              <a:buChar char="―"/>
            </a:pPr>
            <a:r>
              <a:rPr b="0" lang="en-US" sz="1800" spc="-1" strike="noStrike" u="sng">
                <a:solidFill>
                  <a:schemeClr val="dk1"/>
                </a:solidFill>
                <a:uFillTx/>
                <a:latin typeface="Arial"/>
              </a:rPr>
              <a:t>Number of Channels </a:t>
            </a:r>
            <a:r>
              <a:rPr b="0" lang="en-US" sz="1800" spc="-1" strike="noStrike">
                <a:solidFill>
                  <a:schemeClr val="dk1"/>
                </a:solidFill>
                <a:latin typeface="Arial"/>
              </a:rPr>
              <a:t>– Typically 2 or 4 channels. MSO models add 8 to 32 channels of digital acquisition with 1-bit resolution (high or low).</a:t>
            </a:r>
            <a:endParaRPr b="0" lang="en-US" sz="1800" spc="-1" strike="noStrike">
              <a:solidFill>
                <a:schemeClr val="dk1"/>
              </a:solidFill>
              <a:latin typeface="Arial"/>
            </a:endParaRPr>
          </a:p>
        </p:txBody>
      </p:sp>
      <p:sp>
        <p:nvSpPr>
          <p:cNvPr id="592" name="Rectangle 3"/>
          <p:cNvSpPr/>
          <p:nvPr/>
        </p:nvSpPr>
        <p:spPr>
          <a:xfrm>
            <a:off x="1851480" y="4114800"/>
            <a:ext cx="8206560" cy="1752120"/>
          </a:xfrm>
          <a:prstGeom prst="rect">
            <a:avLst/>
          </a:prstGeom>
          <a:noFill/>
          <a:ln w="9525">
            <a:noFill/>
          </a:ln>
        </p:spPr>
        <p:style>
          <a:lnRef idx="0"/>
          <a:fillRef idx="0"/>
          <a:effectRef idx="0"/>
          <a:fontRef idx="minor"/>
        </p:style>
        <p:txBody>
          <a:bodyPr numCol="1" spcCol="0" lIns="0" rIns="0" tIns="0" bIns="0" anchor="t">
            <a:noAutofit/>
          </a:bodyPr>
          <a:p>
            <a:pPr marL="285840" indent="-285840" defTabSz="914400">
              <a:lnSpc>
                <a:spcPct val="100000"/>
              </a:lnSpc>
              <a:spcAft>
                <a:spcPts val="1001"/>
              </a:spcAft>
              <a:buClr>
                <a:srgbClr val="000000"/>
              </a:buClr>
              <a:buFont typeface="Arial"/>
              <a:buChar char="−"/>
            </a:pPr>
            <a:r>
              <a:rPr b="0" lang="en-US" sz="1800" spc="-1" strike="noStrike" u="sng">
                <a:solidFill>
                  <a:schemeClr val="dk1"/>
                </a:solidFill>
                <a:uFillTx/>
                <a:latin typeface="Arial"/>
              </a:rPr>
              <a:t>Waveform Update Rate </a:t>
            </a:r>
            <a:r>
              <a:rPr b="0" lang="en-US" sz="1800" spc="-1" strike="noStrike">
                <a:solidFill>
                  <a:schemeClr val="dk1"/>
                </a:solidFill>
                <a:latin typeface="Arial"/>
              </a:rPr>
              <a:t>– Faster update rates enhance probability of capturing infrequently occurring circuit problems.</a:t>
            </a:r>
            <a:endParaRPr b="0" lang="de-DE" sz="1800" spc="-1" strike="noStrike">
              <a:solidFill>
                <a:srgbClr val="000000"/>
              </a:solidFill>
              <a:latin typeface="Arial"/>
            </a:endParaRPr>
          </a:p>
          <a:p>
            <a:pPr marL="285840" indent="-285840" defTabSz="914400">
              <a:lnSpc>
                <a:spcPct val="100000"/>
              </a:lnSpc>
              <a:spcAft>
                <a:spcPts val="1001"/>
              </a:spcAft>
              <a:buClr>
                <a:srgbClr val="000000"/>
              </a:buClr>
              <a:buFont typeface="Arial"/>
              <a:buChar char="−"/>
            </a:pPr>
            <a:r>
              <a:rPr b="0" lang="en-US" sz="1800" spc="-1" strike="noStrike" u="sng">
                <a:solidFill>
                  <a:schemeClr val="dk1"/>
                </a:solidFill>
                <a:uFillTx/>
                <a:latin typeface="Arial"/>
              </a:rPr>
              <a:t>Display Quality </a:t>
            </a:r>
            <a:r>
              <a:rPr b="0" lang="en-US" sz="1800" spc="-1" strike="noStrike">
                <a:solidFill>
                  <a:schemeClr val="dk1"/>
                </a:solidFill>
                <a:latin typeface="Arial"/>
              </a:rPr>
              <a:t>– Size, resolution, number of levels of intensity gradation.</a:t>
            </a:r>
            <a:endParaRPr b="0" lang="de-DE" sz="1800" spc="-1" strike="noStrike">
              <a:solidFill>
                <a:srgbClr val="000000"/>
              </a:solidFill>
              <a:latin typeface="Arial"/>
            </a:endParaRPr>
          </a:p>
          <a:p>
            <a:pPr marL="285840" indent="-285840" defTabSz="914400">
              <a:lnSpc>
                <a:spcPct val="100000"/>
              </a:lnSpc>
              <a:spcAft>
                <a:spcPts val="1001"/>
              </a:spcAft>
              <a:buClr>
                <a:srgbClr val="000000"/>
              </a:buClr>
              <a:buFont typeface="Arial"/>
              <a:buChar char="−"/>
            </a:pPr>
            <a:r>
              <a:rPr b="0" lang="en-US" sz="1800" spc="-1" strike="noStrike" u="sng">
                <a:solidFill>
                  <a:schemeClr val="dk1"/>
                </a:solidFill>
                <a:uFillTx/>
                <a:latin typeface="Arial"/>
              </a:rPr>
              <a:t>Advanced Triggering Modes </a:t>
            </a:r>
            <a:r>
              <a:rPr b="0" lang="en-US" sz="1800" spc="-1" strike="noStrike">
                <a:solidFill>
                  <a:schemeClr val="dk1"/>
                </a:solidFill>
                <a:latin typeface="Arial"/>
              </a:rPr>
              <a:t>– Time-qualified pulse widths, Pattern, Video, Serial, Pulse Violation (edge speed, Setup/Hold time, Runt), etc.</a:t>
            </a:r>
            <a:endParaRPr b="0" lang="de-DE" sz="1800" spc="-1" strike="noStrike">
              <a:solidFill>
                <a:srgbClr val="000000"/>
              </a:solidFill>
              <a:latin typeface="Arial"/>
            </a:endParaRPr>
          </a:p>
        </p:txBody>
      </p:sp>
      <p:pic>
        <p:nvPicPr>
          <p:cNvPr id="593" name="Picture 3" descr=""/>
          <p:cNvPicPr/>
          <p:nvPr/>
        </p:nvPicPr>
        <p:blipFill>
          <a:blip r:embed="rId1"/>
          <a:stretch/>
        </p:blipFill>
        <p:spPr>
          <a:xfrm>
            <a:off x="6591240" y="1295280"/>
            <a:ext cx="3466800" cy="2054160"/>
          </a:xfrm>
          <a:prstGeom prst="rect">
            <a:avLst/>
          </a:prstGeom>
          <a:ln w="0">
            <a:noFill/>
          </a:ln>
        </p:spPr>
      </p:pic>
      <p:sp>
        <p:nvSpPr>
          <p:cNvPr id="4" name="PlaceHolder 3"/>
          <p:cNvSpPr>
            <a:spLocks noGrp="1"/>
          </p:cNvSpPr>
          <p:nvPr>
            <p:ph type="sldNum" idx="23"/>
          </p:nvPr>
        </p:nvSpPr>
        <p:spPr/>
        <p:txBody>
          <a:bodyPr/>
          <a:p>
            <a:fld id="{DB80CE4C-41F6-4944-A5FD-71C81AC66C5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000" spc="-1" strike="noStrike">
                <a:solidFill>
                  <a:srgbClr val="e90029"/>
                </a:solidFill>
                <a:latin typeface="Arial Narrow"/>
              </a:rPr>
              <a:t>Probing Revisited - Dynamic/AC Probe Model</a:t>
            </a:r>
            <a:endParaRPr b="0" lang="en-US" sz="3000" spc="-1" strike="noStrike">
              <a:solidFill>
                <a:schemeClr val="dk1"/>
              </a:solidFill>
              <a:latin typeface="Arial"/>
            </a:endParaRPr>
          </a:p>
        </p:txBody>
      </p:sp>
      <p:sp>
        <p:nvSpPr>
          <p:cNvPr id="595" name="PlaceHolder 2"/>
          <p:cNvSpPr>
            <a:spLocks noGrp="1"/>
          </p:cNvSpPr>
          <p:nvPr>
            <p:ph/>
          </p:nvPr>
        </p:nvSpPr>
        <p:spPr>
          <a:xfrm>
            <a:off x="1981080" y="3429000"/>
            <a:ext cx="8534160" cy="2302560"/>
          </a:xfrm>
          <a:prstGeom prst="rect">
            <a:avLst/>
          </a:prstGeom>
          <a:noFill/>
          <a:ln w="0">
            <a:noFill/>
          </a:ln>
        </p:spPr>
        <p:txBody>
          <a:bodyPr lIns="0" rIns="0" tIns="0" bIns="0" anchor="t">
            <a:noAutofit/>
          </a:bodyPr>
          <a:p>
            <a:pPr marL="285840" indent="-285840" defTabSz="914400">
              <a:lnSpc>
                <a:spcPct val="100000"/>
              </a:lnSpc>
              <a:spcBef>
                <a:spcPts val="601"/>
              </a:spcBef>
              <a:buClr>
                <a:srgbClr val="000000"/>
              </a:buClr>
              <a:buFont typeface="Arial Narrow"/>
              <a:buChar char="―"/>
            </a:pPr>
            <a:r>
              <a:rPr b="1" i="1" lang="en-US" sz="1800" spc="-1" strike="noStrike">
                <a:solidFill>
                  <a:schemeClr val="dk1"/>
                </a:solidFill>
                <a:latin typeface="Arial"/>
              </a:rPr>
              <a:t>C</a:t>
            </a:r>
            <a:r>
              <a:rPr b="1" i="1" lang="en-US" sz="1200" spc="-1" strike="noStrike" baseline="-25000">
                <a:solidFill>
                  <a:schemeClr val="dk1"/>
                </a:solidFill>
                <a:latin typeface="Arial"/>
              </a:rPr>
              <a:t>scope</a:t>
            </a:r>
            <a:r>
              <a:rPr b="0" lang="en-US" sz="1800" spc="-1" strike="noStrike">
                <a:solidFill>
                  <a:schemeClr val="dk1"/>
                </a:solidFill>
                <a:latin typeface="Arial"/>
              </a:rPr>
              <a:t> and </a:t>
            </a:r>
            <a:r>
              <a:rPr b="1" i="1" lang="en-US" sz="1800" spc="-1" strike="noStrike">
                <a:solidFill>
                  <a:schemeClr val="dk1"/>
                </a:solidFill>
                <a:latin typeface="Arial"/>
              </a:rPr>
              <a:t>C</a:t>
            </a:r>
            <a:r>
              <a:rPr b="1" i="1" lang="en-US" sz="1200" spc="-1" strike="noStrike" baseline="-25000">
                <a:solidFill>
                  <a:schemeClr val="dk1"/>
                </a:solidFill>
                <a:latin typeface="Arial"/>
              </a:rPr>
              <a:t>cable</a:t>
            </a:r>
            <a:r>
              <a:rPr b="0" lang="en-US" sz="1800" spc="-1" strike="noStrike">
                <a:solidFill>
                  <a:schemeClr val="dk1"/>
                </a:solidFill>
                <a:latin typeface="Arial"/>
              </a:rPr>
              <a:t> are inherent/parasitic capacitances (not intentionally designed-in)</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Narrow"/>
              <a:buChar char="―"/>
            </a:pPr>
            <a:r>
              <a:rPr b="1" i="1" lang="en-US" sz="1800" spc="-1" strike="noStrike">
                <a:solidFill>
                  <a:schemeClr val="dk1"/>
                </a:solidFill>
                <a:latin typeface="Arial"/>
              </a:rPr>
              <a:t>C</a:t>
            </a:r>
            <a:r>
              <a:rPr b="1" i="1" lang="en-US" sz="1800" spc="-1" strike="noStrike" baseline="-25000">
                <a:solidFill>
                  <a:schemeClr val="dk1"/>
                </a:solidFill>
                <a:latin typeface="Arial"/>
              </a:rPr>
              <a:t>t</a:t>
            </a:r>
            <a:r>
              <a:rPr b="1" i="1" lang="en-US" sz="1200" spc="-1" strike="noStrike" baseline="-25000">
                <a:solidFill>
                  <a:schemeClr val="dk1"/>
                </a:solidFill>
                <a:latin typeface="Arial"/>
              </a:rPr>
              <a:t>ip</a:t>
            </a:r>
            <a:r>
              <a:rPr b="0" lang="en-US" sz="1800" spc="-1" strike="noStrike">
                <a:solidFill>
                  <a:schemeClr val="dk1"/>
                </a:solidFill>
                <a:latin typeface="Arial"/>
              </a:rPr>
              <a:t> and </a:t>
            </a:r>
            <a:r>
              <a:rPr b="1" i="1" lang="en-US" sz="1800" spc="-1" strike="noStrike">
                <a:solidFill>
                  <a:schemeClr val="dk1"/>
                </a:solidFill>
                <a:latin typeface="Arial"/>
              </a:rPr>
              <a:t>C</a:t>
            </a:r>
            <a:r>
              <a:rPr b="1" i="1" lang="en-US" sz="1200" spc="-1" strike="noStrike" baseline="-25000">
                <a:solidFill>
                  <a:schemeClr val="dk1"/>
                </a:solidFill>
                <a:latin typeface="Arial"/>
              </a:rPr>
              <a:t>comp</a:t>
            </a:r>
            <a:r>
              <a:rPr b="0" lang="en-US" sz="1200" spc="-1" strike="noStrike">
                <a:solidFill>
                  <a:schemeClr val="dk1"/>
                </a:solidFill>
                <a:latin typeface="Arial"/>
              </a:rPr>
              <a:t> </a:t>
            </a:r>
            <a:r>
              <a:rPr b="0" lang="en-US" sz="1800" spc="-1" strike="noStrike">
                <a:solidFill>
                  <a:schemeClr val="dk1"/>
                </a:solidFill>
                <a:latin typeface="Arial"/>
              </a:rPr>
              <a:t>are intentionally designed-in to compensate for </a:t>
            </a:r>
            <a:r>
              <a:rPr b="1" i="1" lang="en-US" sz="1800" spc="-1" strike="noStrike">
                <a:solidFill>
                  <a:schemeClr val="dk1"/>
                </a:solidFill>
                <a:latin typeface="Arial"/>
              </a:rPr>
              <a:t>C</a:t>
            </a:r>
            <a:r>
              <a:rPr b="1" i="1" lang="en-US" sz="1200" spc="-1" strike="noStrike" baseline="-25000">
                <a:solidFill>
                  <a:schemeClr val="dk1"/>
                </a:solidFill>
                <a:latin typeface="Arial"/>
              </a:rPr>
              <a:t>scope</a:t>
            </a:r>
            <a:r>
              <a:rPr b="0" lang="en-US" sz="1800" spc="-1" strike="noStrike">
                <a:solidFill>
                  <a:schemeClr val="dk1"/>
                </a:solidFill>
                <a:latin typeface="Arial"/>
              </a:rPr>
              <a:t> and </a:t>
            </a:r>
            <a:r>
              <a:rPr b="1" i="1" lang="en-US" sz="1800" spc="-1" strike="noStrike">
                <a:solidFill>
                  <a:schemeClr val="dk1"/>
                </a:solidFill>
                <a:latin typeface="Arial"/>
              </a:rPr>
              <a:t>C</a:t>
            </a:r>
            <a:r>
              <a:rPr b="1" i="1" lang="en-US" sz="1200" spc="-1" strike="noStrike" baseline="-25000">
                <a:solidFill>
                  <a:schemeClr val="dk1"/>
                </a:solidFill>
                <a:latin typeface="Arial"/>
              </a:rPr>
              <a:t>cable</a:t>
            </a:r>
            <a:r>
              <a:rPr b="0" lang="en-US" sz="1800" spc="-1" strike="noStrike">
                <a:solidFill>
                  <a:schemeClr val="dk1"/>
                </a:solidFill>
                <a:latin typeface="Arial"/>
              </a:rPr>
              <a:t>.</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Narrow"/>
              <a:buChar char="―"/>
            </a:pPr>
            <a:r>
              <a:rPr b="0" lang="en-US" sz="1800" spc="-1" strike="noStrike">
                <a:solidFill>
                  <a:schemeClr val="dk1"/>
                </a:solidFill>
                <a:latin typeface="Arial"/>
              </a:rPr>
              <a:t>With properly adjusted probe compensation, the dynamic/AC attenuation due to frequency-dependant capacitive reactances should match the designed-in resistive voltage-divider attenuation (10:1).</a:t>
            </a:r>
            <a:endParaRPr b="0" lang="en-US" sz="1800" spc="-1" strike="noStrike">
              <a:solidFill>
                <a:schemeClr val="dk1"/>
              </a:solidFill>
              <a:latin typeface="Arial"/>
            </a:endParaRPr>
          </a:p>
        </p:txBody>
      </p:sp>
      <p:pic>
        <p:nvPicPr>
          <p:cNvPr id="596" name="Picture 2" descr=""/>
          <p:cNvPicPr/>
          <p:nvPr/>
        </p:nvPicPr>
        <p:blipFill>
          <a:blip r:embed="rId1"/>
          <a:stretch/>
        </p:blipFill>
        <p:spPr>
          <a:xfrm>
            <a:off x="2065680" y="1468800"/>
            <a:ext cx="2666520" cy="1502640"/>
          </a:xfrm>
          <a:prstGeom prst="rect">
            <a:avLst/>
          </a:prstGeom>
          <a:ln w="9525">
            <a:noFill/>
          </a:ln>
        </p:spPr>
      </p:pic>
      <p:pic>
        <p:nvPicPr>
          <p:cNvPr id="597" name="Picture 3" descr=""/>
          <p:cNvPicPr/>
          <p:nvPr/>
        </p:nvPicPr>
        <p:blipFill>
          <a:blip r:embed="rId2"/>
          <a:stretch/>
        </p:blipFill>
        <p:spPr>
          <a:xfrm>
            <a:off x="4648320" y="711720"/>
            <a:ext cx="5866920" cy="2259720"/>
          </a:xfrm>
          <a:prstGeom prst="rect">
            <a:avLst/>
          </a:prstGeom>
          <a:ln w="9525">
            <a:noFill/>
          </a:ln>
        </p:spPr>
      </p:pic>
      <p:sp>
        <p:nvSpPr>
          <p:cNvPr id="598" name="TextBox 6"/>
          <p:cNvSpPr/>
          <p:nvPr/>
        </p:nvSpPr>
        <p:spPr>
          <a:xfrm>
            <a:off x="6646680" y="2819520"/>
            <a:ext cx="266976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chemeClr val="dk1"/>
                </a:solidFill>
                <a:latin typeface="Arial"/>
              </a:rPr>
              <a:t>Passive 10:1 Probe Model</a:t>
            </a:r>
            <a:endParaRPr b="0" lang="de-DE" sz="1600" spc="-1" strike="noStrike">
              <a:solidFill>
                <a:srgbClr val="000000"/>
              </a:solidFill>
              <a:latin typeface="Arial"/>
            </a:endParaRPr>
          </a:p>
        </p:txBody>
      </p:sp>
      <p:sp>
        <p:nvSpPr>
          <p:cNvPr id="599" name="Rectangle 2"/>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00" name="Rectangle 4"/>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01" name="TextBox 11"/>
          <p:cNvSpPr/>
          <p:nvPr/>
        </p:nvSpPr>
        <p:spPr>
          <a:xfrm>
            <a:off x="2801520" y="5731920"/>
            <a:ext cx="6178680" cy="3668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i="1" lang="en-US" sz="1600" spc="-1" strike="noStrike">
                <a:solidFill>
                  <a:schemeClr val="dk1"/>
                </a:solidFill>
                <a:latin typeface="Arial"/>
              </a:rPr>
              <a:t>Where C</a:t>
            </a:r>
            <a:r>
              <a:rPr b="1" i="1" lang="en-US" sz="1600" spc="-1" strike="noStrike" baseline="-25000">
                <a:solidFill>
                  <a:schemeClr val="dk1"/>
                </a:solidFill>
                <a:latin typeface="Arial"/>
              </a:rPr>
              <a:t>parallel</a:t>
            </a:r>
            <a:r>
              <a:rPr b="1" i="1" lang="en-US" sz="1600" spc="-1" strike="noStrike">
                <a:solidFill>
                  <a:schemeClr val="dk1"/>
                </a:solidFill>
                <a:latin typeface="Arial"/>
              </a:rPr>
              <a:t> is the parallel combination of C</a:t>
            </a:r>
            <a:r>
              <a:rPr b="1" i="1" lang="en-US" sz="1600" spc="-1" strike="noStrike" baseline="-25000">
                <a:solidFill>
                  <a:schemeClr val="dk1"/>
                </a:solidFill>
                <a:latin typeface="Arial"/>
              </a:rPr>
              <a:t>comp</a:t>
            </a:r>
            <a:r>
              <a:rPr b="1" i="1" lang="en-US" sz="1600" spc="-1" strike="noStrike">
                <a:solidFill>
                  <a:schemeClr val="dk1"/>
                </a:solidFill>
                <a:latin typeface="Arial"/>
              </a:rPr>
              <a:t> + C</a:t>
            </a:r>
            <a:r>
              <a:rPr b="1" i="1" lang="en-US" sz="1600" spc="-1" strike="noStrike" baseline="-25000">
                <a:solidFill>
                  <a:schemeClr val="dk1"/>
                </a:solidFill>
                <a:latin typeface="Arial"/>
              </a:rPr>
              <a:t>cable</a:t>
            </a:r>
            <a:r>
              <a:rPr b="1" i="1" lang="en-US" sz="1600" spc="-1" strike="noStrike">
                <a:solidFill>
                  <a:schemeClr val="dk1"/>
                </a:solidFill>
                <a:latin typeface="Arial"/>
              </a:rPr>
              <a:t> + C</a:t>
            </a:r>
            <a:r>
              <a:rPr b="1" i="1" lang="en-US" sz="1600" spc="-1" strike="noStrike" baseline="-25000">
                <a:solidFill>
                  <a:schemeClr val="dk1"/>
                </a:solidFill>
                <a:latin typeface="Arial"/>
              </a:rPr>
              <a:t>scope</a:t>
            </a:r>
            <a:endParaRPr b="0" lang="de-DE" sz="1600" spc="-1" strike="noStrike">
              <a:solidFill>
                <a:srgbClr val="000000"/>
              </a:solidFill>
              <a:latin typeface="Arial"/>
            </a:endParaRPr>
          </a:p>
        </p:txBody>
      </p:sp>
      <p:sp>
        <p:nvSpPr>
          <p:cNvPr id="602" name="Rectangle 2"/>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03" name="Rectangle 4"/>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04" name="Rectangle 6"/>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pic>
        <p:nvPicPr>
          <p:cNvPr id="605" name="Picture 5" descr=""/>
          <p:cNvPicPr/>
          <p:nvPr/>
        </p:nvPicPr>
        <p:blipFill>
          <a:blip r:embed="rId3"/>
          <a:stretch/>
        </p:blipFill>
        <p:spPr>
          <a:xfrm>
            <a:off x="5093640" y="5029200"/>
            <a:ext cx="2028600" cy="599760"/>
          </a:xfrm>
          <a:prstGeom prst="rect">
            <a:avLst/>
          </a:prstGeom>
          <a:ln w="0">
            <a:noFill/>
          </a:ln>
        </p:spPr>
      </p:pic>
      <p:sp>
        <p:nvSpPr>
          <p:cNvPr id="4" name="PlaceHolder 3"/>
          <p:cNvSpPr>
            <a:spLocks noGrp="1"/>
          </p:cNvSpPr>
          <p:nvPr>
            <p:ph type="sldNum" idx="23"/>
          </p:nvPr>
        </p:nvSpPr>
        <p:spPr/>
        <p:txBody>
          <a:bodyPr/>
          <a:p>
            <a:fld id="{E1A5ED55-C7D5-4CD1-95E2-30DB2C745DA4}"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Compensating the Probes</a:t>
            </a:r>
            <a:endParaRPr b="0" lang="en-US" sz="3200" spc="-1" strike="noStrike">
              <a:solidFill>
                <a:schemeClr val="dk1"/>
              </a:solidFill>
              <a:latin typeface="Arial"/>
            </a:endParaRPr>
          </a:p>
        </p:txBody>
      </p:sp>
      <p:sp>
        <p:nvSpPr>
          <p:cNvPr id="607" name="PlaceHolder 2"/>
          <p:cNvSpPr>
            <a:spLocks noGrp="1"/>
          </p:cNvSpPr>
          <p:nvPr>
            <p:ph/>
          </p:nvPr>
        </p:nvSpPr>
        <p:spPr>
          <a:xfrm>
            <a:off x="2476440" y="4343400"/>
            <a:ext cx="7238520" cy="2209320"/>
          </a:xfrm>
          <a:prstGeom prst="rect">
            <a:avLst/>
          </a:prstGeom>
          <a:noFill/>
          <a:ln w="0">
            <a:noFill/>
          </a:ln>
        </p:spPr>
        <p:txBody>
          <a:bodyPr lIns="0" rIns="0" tIns="0" bIns="0" anchor="t">
            <a:noAutofit/>
          </a:bodyPr>
          <a:p>
            <a:pPr marL="285840" indent="-285840" defTabSz="914400">
              <a:lnSpc>
                <a:spcPct val="100000"/>
              </a:lnSpc>
              <a:spcBef>
                <a:spcPts val="601"/>
              </a:spcBef>
              <a:buClr>
                <a:srgbClr val="000000"/>
              </a:buClr>
              <a:buFont typeface="Arial"/>
              <a:buChar char="−"/>
            </a:pPr>
            <a:r>
              <a:rPr b="0" lang="en-US" sz="1800" spc="-1" strike="noStrike">
                <a:solidFill>
                  <a:schemeClr val="dk1"/>
                </a:solidFill>
                <a:latin typeface="Arial"/>
              </a:rPr>
              <a:t>Connect Channel-1 and Channel-2 probes to the “Probe Comp” terminal (same as Demo2).</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a:buChar char="−"/>
            </a:pPr>
            <a:r>
              <a:rPr b="0" lang="en-US" sz="1800" spc="-1" strike="noStrike">
                <a:solidFill>
                  <a:schemeClr val="dk1"/>
                </a:solidFill>
                <a:latin typeface="Arial"/>
              </a:rPr>
              <a:t>Adjust V/div and s/div knobs to display both waveforms on-screen.</a:t>
            </a:r>
            <a:endParaRPr b="0" lang="en-US" sz="1800" spc="-1" strike="noStrike">
              <a:solidFill>
                <a:schemeClr val="dk1"/>
              </a:solidFill>
              <a:latin typeface="Arial"/>
            </a:endParaRPr>
          </a:p>
          <a:p>
            <a:pPr marL="285840" indent="-285840" defTabSz="914400">
              <a:lnSpc>
                <a:spcPct val="100000"/>
              </a:lnSpc>
              <a:spcBef>
                <a:spcPts val="601"/>
              </a:spcBef>
              <a:buClr>
                <a:srgbClr val="000000"/>
              </a:buClr>
              <a:buFont typeface="Arial"/>
              <a:buChar char="−"/>
            </a:pPr>
            <a:r>
              <a:rPr b="0" lang="en-US" sz="1800" spc="-1" strike="noStrike">
                <a:solidFill>
                  <a:schemeClr val="dk1"/>
                </a:solidFill>
                <a:latin typeface="Arial"/>
              </a:rPr>
              <a:t>Using a small flat-blade screw driver, adjust the variable probe compensation capacitor</a:t>
            </a:r>
            <a:r>
              <a:rPr b="0" lang="en-US" sz="1800" spc="-1" strike="noStrike">
                <a:solidFill>
                  <a:schemeClr val="dk1"/>
                </a:solidFill>
                <a:latin typeface="Arial"/>
              </a:rPr>
              <a:t>	</a:t>
            </a:r>
            <a:r>
              <a:rPr b="0" lang="en-US" sz="1800" spc="-1" strike="noStrike">
                <a:solidFill>
                  <a:schemeClr val="dk1"/>
                </a:solidFill>
                <a:latin typeface="Arial"/>
              </a:rPr>
              <a:t> (</a:t>
            </a:r>
            <a:r>
              <a:rPr b="1" i="1" lang="en-US" sz="1800" spc="-1" strike="noStrike">
                <a:solidFill>
                  <a:schemeClr val="dk1"/>
                </a:solidFill>
                <a:latin typeface="Arial"/>
              </a:rPr>
              <a:t>C</a:t>
            </a:r>
            <a:r>
              <a:rPr b="1" i="1" lang="en-US" sz="1800" spc="-1" strike="noStrike" baseline="-25000">
                <a:solidFill>
                  <a:schemeClr val="dk1"/>
                </a:solidFill>
                <a:latin typeface="Arial"/>
              </a:rPr>
              <a:t>comp</a:t>
            </a:r>
            <a:r>
              <a:rPr b="0" lang="en-US" sz="1800" spc="-1" strike="noStrike">
                <a:solidFill>
                  <a:schemeClr val="dk1"/>
                </a:solidFill>
                <a:latin typeface="Arial"/>
              </a:rPr>
              <a:t>) on both probes for a flat (square) response. </a:t>
            </a:r>
            <a:endParaRPr b="0" lang="en-US" sz="1800" spc="-1" strike="noStrike">
              <a:solidFill>
                <a:schemeClr val="dk1"/>
              </a:solidFill>
              <a:latin typeface="Arial"/>
            </a:endParaRPr>
          </a:p>
        </p:txBody>
      </p:sp>
      <p:sp>
        <p:nvSpPr>
          <p:cNvPr id="608" name="TextBox 6"/>
          <p:cNvSpPr/>
          <p:nvPr/>
        </p:nvSpPr>
        <p:spPr>
          <a:xfrm>
            <a:off x="2879280" y="3532320"/>
            <a:ext cx="229788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chemeClr val="dk1"/>
                </a:solidFill>
                <a:latin typeface="Arial"/>
              </a:rPr>
              <a:t>Proper Compensation</a:t>
            </a:r>
            <a:endParaRPr b="0" lang="de-DE" sz="1600" spc="-1" strike="noStrike">
              <a:solidFill>
                <a:srgbClr val="000000"/>
              </a:solidFill>
              <a:latin typeface="Arial"/>
            </a:endParaRPr>
          </a:p>
        </p:txBody>
      </p:sp>
      <p:sp>
        <p:nvSpPr>
          <p:cNvPr id="609" name="Rectangle 2"/>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10" name="Rectangle 4"/>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11" name="TextBox 13"/>
          <p:cNvSpPr/>
          <p:nvPr/>
        </p:nvSpPr>
        <p:spPr>
          <a:xfrm>
            <a:off x="6131880" y="3532320"/>
            <a:ext cx="4082400" cy="5770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chemeClr val="dk1"/>
                </a:solidFill>
                <a:latin typeface="Arial"/>
              </a:rPr>
              <a:t>Channel-1 (yellow) = Over compensated</a:t>
            </a:r>
            <a:endParaRPr b="0" lang="de-DE" sz="1600" spc="-1" strike="noStrike">
              <a:solidFill>
                <a:srgbClr val="000000"/>
              </a:solidFill>
              <a:latin typeface="Arial"/>
            </a:endParaRPr>
          </a:p>
          <a:p>
            <a:pPr defTabSz="914400">
              <a:lnSpc>
                <a:spcPct val="100000"/>
              </a:lnSpc>
            </a:pPr>
            <a:r>
              <a:rPr b="1" lang="en-US" sz="1600" spc="-1" strike="noStrike">
                <a:solidFill>
                  <a:schemeClr val="dk1"/>
                </a:solidFill>
                <a:latin typeface="Arial"/>
              </a:rPr>
              <a:t>Channel-2 (green) = Under compensated</a:t>
            </a:r>
            <a:endParaRPr b="0" lang="de-DE" sz="1600" spc="-1" strike="noStrike">
              <a:solidFill>
                <a:srgbClr val="000000"/>
              </a:solidFill>
              <a:latin typeface="Arial"/>
            </a:endParaRPr>
          </a:p>
        </p:txBody>
      </p:sp>
      <p:grpSp>
        <p:nvGrpSpPr>
          <p:cNvPr id="612" name="Group 5"/>
          <p:cNvGrpSpPr/>
          <p:nvPr/>
        </p:nvGrpSpPr>
        <p:grpSpPr>
          <a:xfrm>
            <a:off x="2143440" y="1246320"/>
            <a:ext cx="7924320" cy="2292480"/>
            <a:chOff x="2143440" y="1246320"/>
            <a:chExt cx="7924320" cy="2292480"/>
          </a:xfrm>
        </p:grpSpPr>
        <p:grpSp>
          <p:nvGrpSpPr>
            <p:cNvPr id="613" name="Group 3"/>
            <p:cNvGrpSpPr/>
            <p:nvPr/>
          </p:nvGrpSpPr>
          <p:grpSpPr>
            <a:xfrm>
              <a:off x="2143440" y="1246320"/>
              <a:ext cx="3809520" cy="2292480"/>
              <a:chOff x="2143440" y="1246320"/>
              <a:chExt cx="3809520" cy="2292480"/>
            </a:xfrm>
          </p:grpSpPr>
          <p:pic>
            <p:nvPicPr>
              <p:cNvPr id="614" name="Picture 10" descr="Fig21.png"/>
              <p:cNvPicPr/>
              <p:nvPr/>
            </p:nvPicPr>
            <p:blipFill>
              <a:blip r:embed="rId1"/>
              <a:srcRect l="0" t="10686" r="0" b="0"/>
              <a:stretch/>
            </p:blipFill>
            <p:spPr>
              <a:xfrm>
                <a:off x="2143440" y="1246320"/>
                <a:ext cx="3809520" cy="2292480"/>
              </a:xfrm>
              <a:prstGeom prst="rect">
                <a:avLst/>
              </a:prstGeom>
              <a:ln w="0">
                <a:noFill/>
              </a:ln>
            </p:spPr>
          </p:pic>
          <p:sp>
            <p:nvSpPr>
              <p:cNvPr id="615" name="Rectangle 2"/>
              <p:cNvSpPr/>
              <p:nvPr/>
            </p:nvSpPr>
            <p:spPr>
              <a:xfrm>
                <a:off x="5357880" y="137160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nvGrpSpPr>
            <p:cNvPr id="616" name="Group 4"/>
            <p:cNvGrpSpPr/>
            <p:nvPr/>
          </p:nvGrpSpPr>
          <p:grpSpPr>
            <a:xfrm>
              <a:off x="6258240" y="1246320"/>
              <a:ext cx="3809520" cy="2292480"/>
              <a:chOff x="6258240" y="1246320"/>
              <a:chExt cx="3809520" cy="2292480"/>
            </a:xfrm>
          </p:grpSpPr>
          <p:pic>
            <p:nvPicPr>
              <p:cNvPr id="617" name="Picture 12" descr="Fig22.png"/>
              <p:cNvPicPr/>
              <p:nvPr/>
            </p:nvPicPr>
            <p:blipFill>
              <a:blip r:embed="rId2"/>
              <a:srcRect l="0" t="10686" r="0" b="0"/>
              <a:stretch/>
            </p:blipFill>
            <p:spPr>
              <a:xfrm>
                <a:off x="6258240" y="1246320"/>
                <a:ext cx="3809520" cy="2292480"/>
              </a:xfrm>
              <a:prstGeom prst="rect">
                <a:avLst/>
              </a:prstGeom>
              <a:ln w="0">
                <a:noFill/>
              </a:ln>
            </p:spPr>
          </p:pic>
          <p:sp>
            <p:nvSpPr>
              <p:cNvPr id="618" name="Rectangle 14"/>
              <p:cNvSpPr/>
              <p:nvPr/>
            </p:nvSpPr>
            <p:spPr>
              <a:xfrm>
                <a:off x="9448920" y="1371600"/>
                <a:ext cx="533160" cy="15192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Arial"/>
                </a:endParaRPr>
              </a:p>
            </p:txBody>
          </p:sp>
        </p:grpSp>
      </p:grpSp>
      <p:sp>
        <p:nvSpPr>
          <p:cNvPr id="4" name="PlaceHolder 3"/>
          <p:cNvSpPr>
            <a:spLocks noGrp="1"/>
          </p:cNvSpPr>
          <p:nvPr>
            <p:ph type="sldNum" idx="23"/>
          </p:nvPr>
        </p:nvSpPr>
        <p:spPr/>
        <p:txBody>
          <a:bodyPr/>
          <a:p>
            <a:fld id="{5F770650-DAE3-42D0-8DB4-7FB063A387AC}"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Probe Loading</a:t>
            </a:r>
            <a:endParaRPr b="0" lang="en-US" sz="3200" spc="-1" strike="noStrike">
              <a:solidFill>
                <a:schemeClr val="dk1"/>
              </a:solidFill>
              <a:latin typeface="Arial"/>
            </a:endParaRPr>
          </a:p>
        </p:txBody>
      </p:sp>
      <p:sp>
        <p:nvSpPr>
          <p:cNvPr id="620" name="PlaceHolder 2"/>
          <p:cNvSpPr>
            <a:spLocks noGrp="1"/>
          </p:cNvSpPr>
          <p:nvPr>
            <p:ph/>
          </p:nvPr>
        </p:nvSpPr>
        <p:spPr>
          <a:xfrm>
            <a:off x="2438280" y="1143000"/>
            <a:ext cx="7776720" cy="5181120"/>
          </a:xfrm>
          <a:prstGeom prst="rect">
            <a:avLst/>
          </a:prstGeom>
          <a:noFill/>
          <a:ln w="0">
            <a:noFill/>
          </a:ln>
        </p:spPr>
        <p:txBody>
          <a:bodyPr lIns="0" rIns="0" tIns="0" bIns="0" anchor="t">
            <a:noAutofit/>
          </a:bodyPr>
          <a:p>
            <a:pPr marL="285840" indent="-285840" defTabSz="914400">
              <a:lnSpc>
                <a:spcPct val="100000"/>
              </a:lnSpc>
              <a:spcBef>
                <a:spcPts val="1800"/>
              </a:spcBef>
              <a:buClr>
                <a:srgbClr val="000000"/>
              </a:buClr>
              <a:buFont typeface="Arial Narrow"/>
              <a:buChar char="―"/>
            </a:pPr>
            <a:r>
              <a:rPr b="0" lang="en-US" sz="1800" spc="-1" strike="noStrike">
                <a:solidFill>
                  <a:schemeClr val="dk1"/>
                </a:solidFill>
                <a:latin typeface="Arial"/>
              </a:rPr>
              <a:t>The probe and scope input model can be simplified down to a single resistor and capacitor.</a:t>
            </a: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Narrow"/>
              <a:buChar char="―"/>
            </a:pPr>
            <a:r>
              <a:rPr b="0" lang="en-US" sz="1800" spc="-1" strike="noStrike">
                <a:solidFill>
                  <a:schemeClr val="dk1"/>
                </a:solidFill>
                <a:latin typeface="Arial"/>
              </a:rPr>
              <a:t>Any instrument (not just scopes) connected to a circuit becomes a part of the circuit under test and will affect measured results… especially at higher frequencies. </a:t>
            </a:r>
            <a:endParaRPr b="0" lang="en-US" sz="1800" spc="-1" strike="noStrike">
              <a:solidFill>
                <a:schemeClr val="dk1"/>
              </a:solidFill>
              <a:latin typeface="Arial"/>
            </a:endParaRPr>
          </a:p>
          <a:p>
            <a:pPr marL="285840" indent="-285840" defTabSz="914400">
              <a:lnSpc>
                <a:spcPct val="100000"/>
              </a:lnSpc>
              <a:spcBef>
                <a:spcPts val="1800"/>
              </a:spcBef>
              <a:buClr>
                <a:srgbClr val="000000"/>
              </a:buClr>
              <a:buFont typeface="Arial Narrow"/>
              <a:buChar char="―"/>
            </a:pPr>
            <a:r>
              <a:rPr b="0" lang="en-US" sz="1800" spc="-1" strike="noStrike">
                <a:solidFill>
                  <a:schemeClr val="dk1"/>
                </a:solidFill>
                <a:latin typeface="Arial"/>
              </a:rPr>
              <a:t>“</a:t>
            </a:r>
            <a:r>
              <a:rPr b="0" lang="en-US" sz="1800" spc="-1" strike="noStrike">
                <a:solidFill>
                  <a:schemeClr val="dk1"/>
                </a:solidFill>
                <a:latin typeface="Arial"/>
              </a:rPr>
              <a:t>Loading” implies the negative affects that the scope/probe may have on the circuit’s performance. </a:t>
            </a:r>
            <a:endParaRPr b="0" lang="en-US" sz="1800" spc="-1" strike="noStrike">
              <a:solidFill>
                <a:schemeClr val="dk1"/>
              </a:solidFill>
              <a:latin typeface="Arial"/>
            </a:endParaRPr>
          </a:p>
          <a:p>
            <a:pPr indent="0" defTabSz="914400">
              <a:lnSpc>
                <a:spcPct val="100000"/>
              </a:lnSpc>
              <a:spcBef>
                <a:spcPts val="1800"/>
              </a:spcBef>
              <a:buNone/>
            </a:pPr>
            <a:endParaRPr b="0" lang="en-US" sz="1800" spc="-1" strike="noStrike">
              <a:solidFill>
                <a:schemeClr val="dk1"/>
              </a:solidFill>
              <a:latin typeface="Arial"/>
            </a:endParaRPr>
          </a:p>
        </p:txBody>
      </p:sp>
      <p:sp>
        <p:nvSpPr>
          <p:cNvPr id="621" name="PlaceHolder 3"/>
          <p:cNvSpPr>
            <a:spLocks noGrp="1"/>
          </p:cNvSpPr>
          <p:nvPr>
            <p:ph/>
          </p:nvPr>
        </p:nvSpPr>
        <p:spPr>
          <a:xfrm>
            <a:off x="4759920" y="3809880"/>
            <a:ext cx="2764080" cy="456840"/>
          </a:xfrm>
          <a:prstGeom prst="rect">
            <a:avLst/>
          </a:prstGeom>
          <a:noFill/>
          <a:ln w="0">
            <a:noFill/>
          </a:ln>
        </p:spPr>
        <p:txBody>
          <a:bodyPr lIns="0" rIns="0" tIns="0" bIns="0" anchor="t">
            <a:noAutofit/>
          </a:bodyPr>
          <a:p>
            <a:pPr indent="0" defTabSz="914400">
              <a:lnSpc>
                <a:spcPct val="100000"/>
              </a:lnSpc>
              <a:spcBef>
                <a:spcPts val="1800"/>
              </a:spcBef>
              <a:buNone/>
              <a:tabLst>
                <a:tab algn="l" pos="0"/>
              </a:tabLst>
            </a:pPr>
            <a:r>
              <a:rPr b="1" lang="en-US" sz="1800" spc="-1" strike="noStrike">
                <a:solidFill>
                  <a:schemeClr val="dk1"/>
                </a:solidFill>
                <a:latin typeface="Arial Narrow"/>
              </a:rPr>
              <a:t>Probe + Scope Loading Model</a:t>
            </a:r>
            <a:endParaRPr b="0" lang="en-US" sz="1800" spc="-1" strike="noStrike">
              <a:solidFill>
                <a:schemeClr val="dk1"/>
              </a:solidFill>
              <a:latin typeface="Arial"/>
            </a:endParaRPr>
          </a:p>
          <a:p>
            <a:pPr indent="0" defTabSz="914400">
              <a:lnSpc>
                <a:spcPct val="100000"/>
              </a:lnSpc>
              <a:spcBef>
                <a:spcPts val="1800"/>
              </a:spcBef>
              <a:buNone/>
              <a:tabLst>
                <a:tab algn="l" pos="0"/>
              </a:tabLst>
            </a:pPr>
            <a:endParaRPr b="0" lang="en-US" sz="1800" spc="-1" strike="noStrike">
              <a:solidFill>
                <a:schemeClr val="dk1"/>
              </a:solidFill>
              <a:latin typeface="Arial"/>
            </a:endParaRPr>
          </a:p>
        </p:txBody>
      </p:sp>
      <p:sp>
        <p:nvSpPr>
          <p:cNvPr id="622" name="Rectangle 2"/>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sp>
        <p:nvSpPr>
          <p:cNvPr id="623" name="Rectangle 4"/>
          <p:cNvSpPr/>
          <p:nvPr/>
        </p:nvSpPr>
        <p:spPr>
          <a:xfrm>
            <a:off x="1523880" y="-184680"/>
            <a:ext cx="184320" cy="369000"/>
          </a:xfrm>
          <a:prstGeom prst="rect">
            <a:avLst/>
          </a:prstGeom>
          <a:noFill/>
          <a:ln w="9525">
            <a:noFill/>
          </a:ln>
        </p:spPr>
        <p:style>
          <a:lnRef idx="0"/>
          <a:fillRef idx="0"/>
          <a:effectRef idx="0"/>
          <a:fontRef idx="minor"/>
        </p:style>
        <p:txBody>
          <a:bodyPr numCol="1" spcCol="0" wrap="none" anchor="ctr">
            <a:spAutoFit/>
          </a:bodyPr>
          <a:p>
            <a:pPr defTabSz="914400">
              <a:lnSpc>
                <a:spcPct val="100000"/>
              </a:lnSpc>
            </a:pPr>
            <a:endParaRPr b="0" lang="en-US" sz="1800" spc="-1" strike="noStrike">
              <a:solidFill>
                <a:schemeClr val="dk1"/>
              </a:solidFill>
              <a:latin typeface="Arial"/>
            </a:endParaRPr>
          </a:p>
        </p:txBody>
      </p:sp>
      <p:pic>
        <p:nvPicPr>
          <p:cNvPr id="624" name="Picture 9" descr="Fig23.jpg"/>
          <p:cNvPicPr/>
          <p:nvPr/>
        </p:nvPicPr>
        <p:blipFill>
          <a:blip r:embed="rId1"/>
          <a:stretch/>
        </p:blipFill>
        <p:spPr>
          <a:xfrm>
            <a:off x="4759920" y="1905120"/>
            <a:ext cx="2369520" cy="1751400"/>
          </a:xfrm>
          <a:prstGeom prst="rect">
            <a:avLst/>
          </a:prstGeom>
          <a:ln w="0">
            <a:noFill/>
          </a:ln>
        </p:spPr>
      </p:pic>
      <p:sp>
        <p:nvSpPr>
          <p:cNvPr id="625" name="TextBox 11"/>
          <p:cNvSpPr/>
          <p:nvPr/>
        </p:nvSpPr>
        <p:spPr>
          <a:xfrm>
            <a:off x="6462000" y="2286000"/>
            <a:ext cx="606240" cy="366840"/>
          </a:xfrm>
          <a:prstGeom prst="rect">
            <a:avLst/>
          </a:prstGeom>
          <a:solidFill>
            <a:schemeClr val="bg1"/>
          </a:solidFill>
          <a:ln w="0">
            <a:noFill/>
          </a:ln>
        </p:spPr>
        <p:style>
          <a:lnRef idx="0"/>
          <a:fillRef idx="0"/>
          <a:effectRef idx="0"/>
          <a:fontRef idx="minor"/>
        </p:style>
        <p:txBody>
          <a:bodyPr wrap="none" lIns="90000" rIns="90000" tIns="45000" bIns="45000" anchor="t">
            <a:spAutoFit/>
          </a:bodyPr>
          <a:p>
            <a:pPr defTabSz="914400">
              <a:lnSpc>
                <a:spcPct val="100000"/>
              </a:lnSpc>
            </a:pPr>
            <a:r>
              <a:rPr b="1" lang="en-US" sz="1600" spc="-1" strike="noStrike">
                <a:solidFill>
                  <a:schemeClr val="dk1"/>
                </a:solidFill>
                <a:latin typeface="Arial"/>
              </a:rPr>
              <a:t>C</a:t>
            </a:r>
            <a:r>
              <a:rPr b="1" lang="en-US" sz="1600" spc="-1" strike="noStrike" baseline="-25000">
                <a:solidFill>
                  <a:schemeClr val="dk1"/>
                </a:solidFill>
                <a:latin typeface="Arial"/>
              </a:rPr>
              <a:t>Load</a:t>
            </a:r>
            <a:endParaRPr b="0" lang="de-DE" sz="1600" spc="-1" strike="noStrike">
              <a:solidFill>
                <a:srgbClr val="000000"/>
              </a:solidFill>
              <a:latin typeface="Arial"/>
            </a:endParaRPr>
          </a:p>
        </p:txBody>
      </p:sp>
      <p:sp>
        <p:nvSpPr>
          <p:cNvPr id="626" name="TextBox 8"/>
          <p:cNvSpPr/>
          <p:nvPr/>
        </p:nvSpPr>
        <p:spPr>
          <a:xfrm>
            <a:off x="4531320" y="2438280"/>
            <a:ext cx="885600" cy="36684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1" lang="en-US" sz="1600" spc="-1" strike="noStrike">
                <a:solidFill>
                  <a:schemeClr val="dk1"/>
                </a:solidFill>
                <a:latin typeface="Arial"/>
              </a:rPr>
              <a:t>    </a:t>
            </a:r>
            <a:r>
              <a:rPr b="1" lang="en-US" sz="1600" spc="-1" strike="noStrike">
                <a:solidFill>
                  <a:schemeClr val="dk1"/>
                </a:solidFill>
                <a:latin typeface="Arial"/>
              </a:rPr>
              <a:t>R</a:t>
            </a:r>
            <a:r>
              <a:rPr b="1" lang="en-US" sz="1600" spc="-1" strike="noStrike" baseline="-25000">
                <a:solidFill>
                  <a:schemeClr val="dk1"/>
                </a:solidFill>
                <a:latin typeface="Arial"/>
              </a:rPr>
              <a:t>Load </a:t>
            </a:r>
            <a:endParaRPr b="0" lang="de-DE" sz="1600" spc="-1" strike="noStrike">
              <a:solidFill>
                <a:srgbClr val="000000"/>
              </a:solidFill>
              <a:latin typeface="Arial"/>
            </a:endParaRPr>
          </a:p>
        </p:txBody>
      </p:sp>
      <p:sp>
        <p:nvSpPr>
          <p:cNvPr id="5" name="PlaceHolder 4"/>
          <p:cNvSpPr>
            <a:spLocks noGrp="1"/>
          </p:cNvSpPr>
          <p:nvPr>
            <p:ph type="sldNum" idx="20"/>
          </p:nvPr>
        </p:nvSpPr>
        <p:spPr/>
        <p:txBody>
          <a:bodyPr/>
          <a:p>
            <a:fld id="{E9B8C4FD-1571-4498-B259-CEFEA821A790}"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title"/>
          </p:nvPr>
        </p:nvSpPr>
        <p:spPr>
          <a:xfrm>
            <a:off x="1002600" y="152280"/>
            <a:ext cx="958896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rgbClr val="e90029"/>
                </a:solidFill>
                <a:latin typeface="Arial Narrow"/>
              </a:rPr>
              <a:t>Assignment</a:t>
            </a:r>
            <a:endParaRPr b="0" lang="en-US" sz="3200" spc="-1" strike="noStrike">
              <a:solidFill>
                <a:schemeClr val="dk1"/>
              </a:solidFill>
              <a:latin typeface="Arial"/>
            </a:endParaRPr>
          </a:p>
        </p:txBody>
      </p:sp>
      <p:sp>
        <p:nvSpPr>
          <p:cNvPr id="628" name="PlaceHolder 2"/>
          <p:cNvSpPr>
            <a:spLocks noGrp="1"/>
          </p:cNvSpPr>
          <p:nvPr>
            <p:ph/>
          </p:nvPr>
        </p:nvSpPr>
        <p:spPr>
          <a:xfrm>
            <a:off x="2248920" y="3429000"/>
            <a:ext cx="7826040" cy="1904760"/>
          </a:xfrm>
          <a:prstGeom prst="rect">
            <a:avLst/>
          </a:prstGeom>
          <a:noFill/>
          <a:ln w="0">
            <a:noFill/>
          </a:ln>
        </p:spPr>
        <p:txBody>
          <a:bodyPr lIns="0" rIns="0" tIns="0" bIns="0" anchor="t">
            <a:noAutofit/>
          </a:bodyPr>
          <a:p>
            <a:pPr marL="343080" indent="-343080" defTabSz="914400">
              <a:lnSpc>
                <a:spcPct val="100000"/>
              </a:lnSpc>
              <a:spcBef>
                <a:spcPts val="1800"/>
              </a:spcBef>
              <a:buClr>
                <a:srgbClr val="000000"/>
              </a:buClr>
              <a:buFont typeface="Arial Narrow"/>
              <a:buAutoNum type="arabicPeriod"/>
            </a:pPr>
            <a:r>
              <a:rPr b="0" lang="en-US" sz="1800" spc="-1" strike="noStrike">
                <a:solidFill>
                  <a:schemeClr val="dk1"/>
                </a:solidFill>
                <a:latin typeface="Arial"/>
              </a:rPr>
              <a:t>Assuming </a:t>
            </a:r>
            <a:r>
              <a:rPr b="1" i="1" lang="en-US" sz="1800" spc="-1" strike="noStrike">
                <a:solidFill>
                  <a:schemeClr val="dk1"/>
                </a:solidFill>
                <a:latin typeface="Arial"/>
              </a:rPr>
              <a:t>C</a:t>
            </a:r>
            <a:r>
              <a:rPr b="1" i="1" lang="en-US" sz="1800" spc="-1" strike="noStrike" baseline="-25000">
                <a:solidFill>
                  <a:schemeClr val="dk1"/>
                </a:solidFill>
                <a:latin typeface="Arial"/>
              </a:rPr>
              <a:t>scope</a:t>
            </a:r>
            <a:r>
              <a:rPr b="0" lang="en-US" sz="1800" spc="-1" strike="noStrike">
                <a:solidFill>
                  <a:schemeClr val="dk1"/>
                </a:solidFill>
                <a:latin typeface="Arial"/>
              </a:rPr>
              <a:t> = 15pF, </a:t>
            </a:r>
            <a:r>
              <a:rPr b="1" i="1" lang="en-US" sz="1800" spc="-1" strike="noStrike">
                <a:solidFill>
                  <a:schemeClr val="dk1"/>
                </a:solidFill>
                <a:latin typeface="Arial"/>
              </a:rPr>
              <a:t>C</a:t>
            </a:r>
            <a:r>
              <a:rPr b="1" i="1" lang="en-US" sz="1800" spc="-1" strike="noStrike" baseline="-25000">
                <a:solidFill>
                  <a:schemeClr val="dk1"/>
                </a:solidFill>
                <a:latin typeface="Arial"/>
              </a:rPr>
              <a:t>cable</a:t>
            </a:r>
            <a:r>
              <a:rPr b="0" lang="en-US" sz="1800" spc="-1" strike="noStrike">
                <a:solidFill>
                  <a:schemeClr val="dk1"/>
                </a:solidFill>
                <a:latin typeface="Arial"/>
              </a:rPr>
              <a:t> = 100pF and </a:t>
            </a:r>
            <a:r>
              <a:rPr b="1" i="1" lang="en-US" sz="1800" spc="-1" strike="noStrike">
                <a:solidFill>
                  <a:schemeClr val="dk1"/>
                </a:solidFill>
                <a:latin typeface="Arial"/>
              </a:rPr>
              <a:t>C</a:t>
            </a:r>
            <a:r>
              <a:rPr b="1" i="1" lang="en-US" sz="1800" spc="-1" strike="noStrike" baseline="-25000">
                <a:solidFill>
                  <a:schemeClr val="dk1"/>
                </a:solidFill>
                <a:latin typeface="Arial"/>
              </a:rPr>
              <a:t>tip</a:t>
            </a:r>
            <a:r>
              <a:rPr b="0" lang="en-US" sz="1800" spc="-1" strike="noStrike">
                <a:solidFill>
                  <a:schemeClr val="dk1"/>
                </a:solidFill>
                <a:latin typeface="Arial"/>
              </a:rPr>
              <a:t> = 15pF, compute </a:t>
            </a:r>
            <a:r>
              <a:rPr b="1" i="1" lang="en-US" sz="1800" spc="-1" strike="noStrike">
                <a:solidFill>
                  <a:schemeClr val="dk1"/>
                </a:solidFill>
                <a:latin typeface="Arial"/>
              </a:rPr>
              <a:t>C</a:t>
            </a:r>
            <a:r>
              <a:rPr b="1" i="1" lang="en-US" sz="1800" spc="-1" strike="noStrike" baseline="-25000">
                <a:solidFill>
                  <a:schemeClr val="dk1"/>
                </a:solidFill>
                <a:latin typeface="Arial"/>
              </a:rPr>
              <a:t>comp</a:t>
            </a:r>
            <a:r>
              <a:rPr b="0" lang="en-US" sz="1800" spc="-1" strike="noStrike">
                <a:solidFill>
                  <a:schemeClr val="dk1"/>
                </a:solidFill>
                <a:latin typeface="Arial"/>
              </a:rPr>
              <a:t> if properly adjusted.     </a:t>
            </a:r>
            <a:r>
              <a:rPr b="1" i="1" lang="en-US" sz="1800" spc="-1" strike="noStrike">
                <a:solidFill>
                  <a:schemeClr val="dk1"/>
                </a:solidFill>
                <a:latin typeface="Arial"/>
              </a:rPr>
              <a:t>C</a:t>
            </a:r>
            <a:r>
              <a:rPr b="1" i="1" lang="en-US" sz="1800" spc="-1" strike="noStrike" baseline="-25000">
                <a:solidFill>
                  <a:schemeClr val="dk1"/>
                </a:solidFill>
                <a:latin typeface="Arial"/>
              </a:rPr>
              <a:t>comp</a:t>
            </a:r>
            <a:r>
              <a:rPr b="0" lang="en-US" sz="1800" spc="-1" strike="noStrike">
                <a:solidFill>
                  <a:schemeClr val="dk1"/>
                </a:solidFill>
                <a:latin typeface="Arial"/>
              </a:rPr>
              <a:t> = ______</a:t>
            </a:r>
            <a:endParaRPr b="0" lang="en-US" sz="1800" spc="-1" strike="noStrike">
              <a:solidFill>
                <a:schemeClr val="dk1"/>
              </a:solidFill>
              <a:latin typeface="Arial"/>
            </a:endParaRPr>
          </a:p>
          <a:p>
            <a:pPr marL="343080" indent="-343080" defTabSz="914400">
              <a:lnSpc>
                <a:spcPct val="100000"/>
              </a:lnSpc>
              <a:spcBef>
                <a:spcPts val="1800"/>
              </a:spcBef>
              <a:buClr>
                <a:srgbClr val="000000"/>
              </a:buClr>
              <a:buFont typeface="Arial Narrow"/>
              <a:buAutoNum type="arabicPeriod"/>
            </a:pPr>
            <a:r>
              <a:rPr b="0" lang="en-US" sz="1800" spc="-1" strike="noStrike">
                <a:solidFill>
                  <a:schemeClr val="dk1"/>
                </a:solidFill>
                <a:latin typeface="Arial"/>
              </a:rPr>
              <a:t>Using the computed value of </a:t>
            </a:r>
            <a:r>
              <a:rPr b="1" i="1" lang="en-US" sz="1800" spc="-1" strike="noStrike">
                <a:solidFill>
                  <a:schemeClr val="dk1"/>
                </a:solidFill>
                <a:latin typeface="Arial"/>
              </a:rPr>
              <a:t>C</a:t>
            </a:r>
            <a:r>
              <a:rPr b="1" i="1" lang="en-US" sz="1800" spc="-1" strike="noStrike" baseline="-25000">
                <a:solidFill>
                  <a:schemeClr val="dk1"/>
                </a:solidFill>
                <a:latin typeface="Arial"/>
              </a:rPr>
              <a:t>comp</a:t>
            </a:r>
            <a:r>
              <a:rPr b="0" lang="en-US" sz="1800" spc="-1" strike="noStrike">
                <a:solidFill>
                  <a:schemeClr val="dk1"/>
                </a:solidFill>
                <a:latin typeface="Arial"/>
              </a:rPr>
              <a:t>, compute </a:t>
            </a:r>
            <a:r>
              <a:rPr b="1" i="1" lang="en-US" sz="1800" spc="-1" strike="noStrike">
                <a:solidFill>
                  <a:schemeClr val="dk1"/>
                </a:solidFill>
                <a:latin typeface="Arial"/>
              </a:rPr>
              <a:t>C</a:t>
            </a:r>
            <a:r>
              <a:rPr b="1" i="1" lang="en-US" sz="1800" spc="-1" strike="noStrike" baseline="-25000">
                <a:solidFill>
                  <a:schemeClr val="dk1"/>
                </a:solidFill>
                <a:latin typeface="Arial"/>
              </a:rPr>
              <a:t>Load</a:t>
            </a:r>
            <a:r>
              <a:rPr b="0" lang="en-US" sz="1800" spc="-1" strike="noStrike">
                <a:solidFill>
                  <a:schemeClr val="dk1"/>
                </a:solidFill>
                <a:latin typeface="Arial"/>
              </a:rPr>
              <a:t>.    </a:t>
            </a:r>
            <a:r>
              <a:rPr b="1" i="1" lang="en-US" sz="1800" spc="-1" strike="noStrike">
                <a:solidFill>
                  <a:schemeClr val="dk1"/>
                </a:solidFill>
                <a:latin typeface="Arial"/>
              </a:rPr>
              <a:t>C</a:t>
            </a:r>
            <a:r>
              <a:rPr b="1" i="1" lang="en-US" sz="1800" spc="-1" strike="noStrike" baseline="-25000">
                <a:solidFill>
                  <a:schemeClr val="dk1"/>
                </a:solidFill>
                <a:latin typeface="Arial"/>
              </a:rPr>
              <a:t>Load</a:t>
            </a:r>
            <a:r>
              <a:rPr b="0" lang="en-US" sz="1800" spc="-1" strike="noStrike">
                <a:solidFill>
                  <a:schemeClr val="dk1"/>
                </a:solidFill>
                <a:latin typeface="Arial"/>
              </a:rPr>
              <a:t> = ______</a:t>
            </a:r>
            <a:endParaRPr b="0" lang="en-US" sz="1800" spc="-1" strike="noStrike">
              <a:solidFill>
                <a:schemeClr val="dk1"/>
              </a:solidFill>
              <a:latin typeface="Arial"/>
            </a:endParaRPr>
          </a:p>
          <a:p>
            <a:pPr marL="343080" indent="-343080" defTabSz="914400">
              <a:lnSpc>
                <a:spcPct val="100000"/>
              </a:lnSpc>
              <a:spcBef>
                <a:spcPts val="1800"/>
              </a:spcBef>
              <a:buClr>
                <a:srgbClr val="000000"/>
              </a:buClr>
              <a:buFont typeface="Arial Narrow"/>
              <a:buAutoNum type="arabicPeriod"/>
            </a:pPr>
            <a:r>
              <a:rPr b="0" lang="en-US" sz="1800" spc="-1" strike="noStrike">
                <a:solidFill>
                  <a:schemeClr val="dk1"/>
                </a:solidFill>
                <a:latin typeface="Arial"/>
              </a:rPr>
              <a:t>Using the computed value of </a:t>
            </a:r>
            <a:r>
              <a:rPr b="1" i="1" lang="en-US" sz="1800" spc="-1" strike="noStrike">
                <a:solidFill>
                  <a:schemeClr val="dk1"/>
                </a:solidFill>
                <a:latin typeface="Arial"/>
              </a:rPr>
              <a:t>C</a:t>
            </a:r>
            <a:r>
              <a:rPr b="1" i="1" lang="en-US" sz="1800" spc="-1" strike="noStrike" baseline="-25000">
                <a:solidFill>
                  <a:schemeClr val="dk1"/>
                </a:solidFill>
                <a:latin typeface="Arial"/>
              </a:rPr>
              <a:t>Load</a:t>
            </a:r>
            <a:r>
              <a:rPr b="0" lang="en-US" sz="1800" spc="-1" strike="noStrike">
                <a:solidFill>
                  <a:schemeClr val="dk1"/>
                </a:solidFill>
                <a:latin typeface="Arial"/>
              </a:rPr>
              <a:t>, compute the capacitive reactance of </a:t>
            </a:r>
            <a:r>
              <a:rPr b="1" i="1" lang="en-US" sz="1800" spc="-1" strike="noStrike">
                <a:solidFill>
                  <a:schemeClr val="dk1"/>
                </a:solidFill>
                <a:latin typeface="Arial"/>
              </a:rPr>
              <a:t>C</a:t>
            </a:r>
            <a:r>
              <a:rPr b="1" i="1" lang="en-US" sz="1800" spc="-1" strike="noStrike" baseline="-25000">
                <a:solidFill>
                  <a:schemeClr val="dk1"/>
                </a:solidFill>
                <a:latin typeface="Arial"/>
              </a:rPr>
              <a:t>Load</a:t>
            </a:r>
            <a:r>
              <a:rPr b="0" lang="en-US" sz="1800" spc="-1" strike="noStrike">
                <a:solidFill>
                  <a:schemeClr val="dk1"/>
                </a:solidFill>
                <a:latin typeface="Arial"/>
              </a:rPr>
              <a:t> at 500 MHz.     </a:t>
            </a:r>
            <a:r>
              <a:rPr b="1" i="1" lang="en-US" sz="1800" spc="-1" strike="noStrike">
                <a:solidFill>
                  <a:schemeClr val="dk1"/>
                </a:solidFill>
                <a:latin typeface="Arial"/>
              </a:rPr>
              <a:t>X</a:t>
            </a:r>
            <a:r>
              <a:rPr b="1" i="1" lang="en-US" sz="1800" spc="-1" strike="noStrike" baseline="-25000">
                <a:solidFill>
                  <a:schemeClr val="dk1"/>
                </a:solidFill>
                <a:latin typeface="Arial"/>
              </a:rPr>
              <a:t>C-Load</a:t>
            </a:r>
            <a:r>
              <a:rPr b="0" lang="en-US" sz="1800" spc="-1" strike="noStrike">
                <a:solidFill>
                  <a:schemeClr val="dk1"/>
                </a:solidFill>
                <a:latin typeface="Arial"/>
              </a:rPr>
              <a:t> = ______</a:t>
            </a:r>
            <a:endParaRPr b="0" lang="en-US" sz="1800" spc="-1" strike="noStrike">
              <a:solidFill>
                <a:schemeClr val="dk1"/>
              </a:solidFill>
              <a:latin typeface="Arial"/>
            </a:endParaRPr>
          </a:p>
        </p:txBody>
      </p:sp>
      <p:pic>
        <p:nvPicPr>
          <p:cNvPr id="629" name="Picture 9" descr="Fig23.jpg"/>
          <p:cNvPicPr/>
          <p:nvPr/>
        </p:nvPicPr>
        <p:blipFill>
          <a:blip r:embed="rId1"/>
          <a:stretch/>
        </p:blipFill>
        <p:spPr>
          <a:xfrm>
            <a:off x="7620120" y="1332720"/>
            <a:ext cx="1783440" cy="1318320"/>
          </a:xfrm>
          <a:prstGeom prst="rect">
            <a:avLst/>
          </a:prstGeom>
          <a:ln w="0">
            <a:noFill/>
          </a:ln>
        </p:spPr>
      </p:pic>
      <p:sp>
        <p:nvSpPr>
          <p:cNvPr id="630" name="TextBox 11"/>
          <p:cNvSpPr/>
          <p:nvPr/>
        </p:nvSpPr>
        <p:spPr>
          <a:xfrm>
            <a:off x="8908200" y="1630800"/>
            <a:ext cx="991440" cy="33228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400" spc="-1" strike="noStrike">
                <a:solidFill>
                  <a:srgbClr val="ff0000"/>
                </a:solidFill>
                <a:latin typeface="Arial"/>
              </a:rPr>
              <a:t>C </a:t>
            </a:r>
            <a:r>
              <a:rPr b="0" lang="en-US" sz="1400" spc="-1" strike="noStrike" baseline="-25000">
                <a:solidFill>
                  <a:srgbClr val="ff0000"/>
                </a:solidFill>
                <a:latin typeface="Arial"/>
              </a:rPr>
              <a:t>Load</a:t>
            </a:r>
            <a:r>
              <a:rPr b="0" lang="en-US" sz="1400" spc="-1" strike="noStrike">
                <a:solidFill>
                  <a:srgbClr val="ff0000"/>
                </a:solidFill>
                <a:latin typeface="Arial"/>
              </a:rPr>
              <a:t> = ?</a:t>
            </a:r>
            <a:endParaRPr b="0" lang="de-DE" sz="1400" spc="-1" strike="noStrike">
              <a:solidFill>
                <a:srgbClr val="000000"/>
              </a:solidFill>
              <a:latin typeface="Arial"/>
            </a:endParaRPr>
          </a:p>
        </p:txBody>
      </p:sp>
      <p:pic>
        <p:nvPicPr>
          <p:cNvPr id="631" name="Picture 3" descr=""/>
          <p:cNvPicPr/>
          <p:nvPr/>
        </p:nvPicPr>
        <p:blipFill>
          <a:blip r:embed="rId2"/>
          <a:stretch/>
        </p:blipFill>
        <p:spPr>
          <a:xfrm>
            <a:off x="1803240" y="1152720"/>
            <a:ext cx="4358520" cy="1678680"/>
          </a:xfrm>
          <a:prstGeom prst="rect">
            <a:avLst/>
          </a:prstGeom>
          <a:ln w="9525">
            <a:noFill/>
          </a:ln>
        </p:spPr>
      </p:pic>
      <p:sp>
        <p:nvSpPr>
          <p:cNvPr id="632" name="Right Arrow 10"/>
          <p:cNvSpPr/>
          <p:nvPr/>
        </p:nvSpPr>
        <p:spPr>
          <a:xfrm>
            <a:off x="6451560" y="1448280"/>
            <a:ext cx="968040" cy="968400"/>
          </a:xfrm>
          <a:prstGeom prst="rightArrow">
            <a:avLst>
              <a:gd name="adj1" fmla="val 50000"/>
              <a:gd name="adj2" fmla="val 50000"/>
            </a:avLst>
          </a:prstGeom>
          <a:solidFill>
            <a:schemeClr val="accent1"/>
          </a:solidFill>
          <a:ln w="12700">
            <a:solidFill>
              <a:srgbClr val="24377c"/>
            </a:solidFill>
            <a:round/>
          </a:ln>
        </p:spPr>
        <p:style>
          <a:lnRef idx="0"/>
          <a:fillRef idx="0"/>
          <a:effectRef idx="0"/>
          <a:fontRef idx="minor"/>
        </p:style>
        <p:txBody>
          <a:bodyPr numCol="1" spcCol="0" lIns="0" rIns="0" tIns="0" bIns="0" anchor="t">
            <a:noAutofit/>
          </a:bodyPr>
          <a:p>
            <a:pPr defTabSz="914400">
              <a:lnSpc>
                <a:spcPct val="100000"/>
              </a:lnSpc>
            </a:pPr>
            <a:endParaRPr b="0" lang="en-US" sz="2400" spc="-1" strike="noStrike">
              <a:solidFill>
                <a:schemeClr val="dk1"/>
              </a:solidFill>
              <a:latin typeface="Arial"/>
            </a:endParaRPr>
          </a:p>
        </p:txBody>
      </p:sp>
      <p:sp>
        <p:nvSpPr>
          <p:cNvPr id="4" name="PlaceHolder 3"/>
          <p:cNvSpPr>
            <a:spLocks noGrp="1"/>
          </p:cNvSpPr>
          <p:nvPr>
            <p:ph type="sldNum" idx="23"/>
          </p:nvPr>
        </p:nvSpPr>
        <p:spPr/>
        <p:txBody>
          <a:bodyPr/>
          <a:p>
            <a:fld id="{BABF4993-C958-4F0C-9937-D09500AACA95}"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title"/>
          </p:nvPr>
        </p:nvSpPr>
        <p:spPr>
          <a:xfrm>
            <a:off x="2286000" y="685800"/>
            <a:ext cx="7191720" cy="514080"/>
          </a:xfrm>
          <a:prstGeom prst="rect">
            <a:avLst/>
          </a:prstGeom>
          <a:noFill/>
          <a:ln w="0">
            <a:noFill/>
          </a:ln>
        </p:spPr>
        <p:txBody>
          <a:bodyPr lIns="0" rIns="0" tIns="0" bIns="0" anchor="b">
            <a:noAutofit/>
          </a:bodyPr>
          <a:p>
            <a:pPr indent="0" defTabSz="914400">
              <a:lnSpc>
                <a:spcPct val="90000"/>
              </a:lnSpc>
              <a:buNone/>
            </a:pPr>
            <a:r>
              <a:rPr b="0" lang="en-US" sz="3200" spc="-1" strike="noStrike">
                <a:solidFill>
                  <a:schemeClr val="accent5"/>
                </a:solidFill>
                <a:latin typeface="Arial Narrow"/>
              </a:rPr>
              <a:t>Additional Technical Resources Available from Keysight Technologies</a:t>
            </a:r>
            <a:endParaRPr b="0" lang="en-US" sz="3200" spc="-1" strike="noStrike">
              <a:solidFill>
                <a:schemeClr val="dk1"/>
              </a:solidFill>
              <a:latin typeface="Arial"/>
            </a:endParaRPr>
          </a:p>
        </p:txBody>
      </p:sp>
      <p:graphicFrame>
        <p:nvGraphicFramePr>
          <p:cNvPr id="634" name="Content Placeholder 6"/>
          <p:cNvGraphicFramePr/>
          <p:nvPr/>
        </p:nvGraphicFramePr>
        <p:xfrm>
          <a:off x="1981080" y="1447920"/>
          <a:ext cx="8381520" cy="3337200"/>
        </p:xfrm>
        <a:graphic>
          <a:graphicData uri="http://schemas.openxmlformats.org/drawingml/2006/table">
            <a:tbl>
              <a:tblPr/>
              <a:tblGrid>
                <a:gridCol w="6705360"/>
                <a:gridCol w="1676160"/>
              </a:tblGrid>
              <a:tr h="370800">
                <a:tc>
                  <a:txBody>
                    <a:bodyPr anchor="t">
                      <a:noAutofit/>
                    </a:bodyPr>
                    <a:p>
                      <a:pPr algn="ctr" defTabSz="914400">
                        <a:lnSpc>
                          <a:spcPct val="100000"/>
                        </a:lnSpc>
                      </a:pPr>
                      <a:r>
                        <a:rPr b="1" lang="en-US" sz="1800" spc="-1" strike="noStrike">
                          <a:solidFill>
                            <a:schemeClr val="lt1"/>
                          </a:solidFill>
                          <a:latin typeface="Arial"/>
                        </a:rPr>
                        <a:t>Application Note</a:t>
                      </a:r>
                      <a:endParaRPr b="0" lang="de-DE" sz="1800" spc="-1" strike="noStrike">
                        <a:solidFill>
                          <a:srgbClr val="ffffff"/>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accent5"/>
                    </a:solidFill>
                  </a:tcPr>
                </a:tc>
                <a:tc>
                  <a:txBody>
                    <a:bodyPr anchor="t">
                      <a:noAutofit/>
                    </a:bodyPr>
                    <a:p>
                      <a:pPr algn="ctr" defTabSz="914400">
                        <a:lnSpc>
                          <a:spcPct val="100000"/>
                        </a:lnSpc>
                      </a:pPr>
                      <a:r>
                        <a:rPr b="1" lang="en-US" sz="1800" spc="-1" strike="noStrike">
                          <a:solidFill>
                            <a:schemeClr val="lt1"/>
                          </a:solidFill>
                          <a:latin typeface="Arial"/>
                        </a:rPr>
                        <a:t>Publication #</a:t>
                      </a:r>
                      <a:endParaRPr b="0" lang="de-DE" sz="1800" spc="-1" strike="noStrike">
                        <a:solidFill>
                          <a:srgbClr val="ffffff"/>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accent5"/>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 Fundamentals</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accent5">
                        <a:tint val="20000"/>
                      </a:schemeClr>
                    </a:solidFill>
                  </a:tcPr>
                </a:tc>
                <a:tc>
                  <a:txBody>
                    <a:bodyPr anchor="t">
                      <a:noAutofit/>
                    </a:bodyPr>
                    <a:p>
                      <a:pPr defTabSz="914400">
                        <a:lnSpc>
                          <a:spcPct val="100000"/>
                        </a:lnSpc>
                      </a:pPr>
                      <a:r>
                        <a:rPr b="0" lang="en-US" sz="1600" spc="-1" strike="noStrike">
                          <a:solidFill>
                            <a:schemeClr val="dk1"/>
                          </a:solidFill>
                          <a:latin typeface="Arial"/>
                        </a:rPr>
                        <a:t>5989-8064EN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accent5">
                        <a:tint val="20000"/>
                      </a:schemeClr>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 Bandwidths for your Applications</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lt1"/>
                    </a:solidFill>
                  </a:tcPr>
                </a:tc>
                <a:tc>
                  <a:txBody>
                    <a:bodyPr anchor="t">
                      <a:noAutofit/>
                    </a:bodyPr>
                    <a:p>
                      <a:pPr defTabSz="914400">
                        <a:lnSpc>
                          <a:spcPct val="100000"/>
                        </a:lnSpc>
                      </a:pPr>
                      <a:r>
                        <a:rPr b="0" lang="en-US" sz="1600" spc="-1" strike="noStrike">
                          <a:solidFill>
                            <a:schemeClr val="dk1"/>
                          </a:solidFill>
                          <a:latin typeface="Arial"/>
                        </a:rPr>
                        <a:t>5989-5733EN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lt1"/>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 Sample Rates vs. Sampling Fidelity</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accent5">
                        <a:tint val="20000"/>
                      </a:schemeClr>
                    </a:solidFill>
                  </a:tcPr>
                </a:tc>
                <a:tc>
                  <a:txBody>
                    <a:bodyPr anchor="t">
                      <a:noAutofit/>
                    </a:bodyPr>
                    <a:p>
                      <a:pPr defTabSz="914400">
                        <a:lnSpc>
                          <a:spcPct val="100000"/>
                        </a:lnSpc>
                      </a:pPr>
                      <a:r>
                        <a:rPr b="0" lang="en-US" sz="1600" spc="-1" strike="noStrike">
                          <a:solidFill>
                            <a:schemeClr val="dk1"/>
                          </a:solidFill>
                          <a:latin typeface="Arial"/>
                        </a:rPr>
                        <a:t>5989-5732EN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accent5">
                        <a:tint val="20000"/>
                      </a:schemeClr>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Oscilloscopes for Best Waveform Update Rates</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lt1"/>
                    </a:solidFill>
                  </a:tcPr>
                </a:tc>
                <a:tc>
                  <a:txBody>
                    <a:bodyPr anchor="t">
                      <a:noAutofit/>
                    </a:bodyPr>
                    <a:p>
                      <a:pPr defTabSz="914400">
                        <a:lnSpc>
                          <a:spcPct val="100000"/>
                        </a:lnSpc>
                      </a:pPr>
                      <a:r>
                        <a:rPr b="0" lang="en-US" sz="1600" spc="-1" strike="noStrike">
                          <a:solidFill>
                            <a:schemeClr val="dk1"/>
                          </a:solidFill>
                          <a:latin typeface="Arial"/>
                        </a:rPr>
                        <a:t>5989-7885EN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lt1"/>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Oscilloscopes for Best Display Quality</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accent5">
                        <a:tint val="20000"/>
                      </a:schemeClr>
                    </a:solidFill>
                  </a:tcPr>
                </a:tc>
                <a:tc>
                  <a:txBody>
                    <a:bodyPr anchor="t">
                      <a:noAutofit/>
                    </a:bodyPr>
                    <a:p>
                      <a:pPr defTabSz="914400">
                        <a:lnSpc>
                          <a:spcPct val="100000"/>
                        </a:lnSpc>
                      </a:pPr>
                      <a:r>
                        <a:rPr b="0" lang="en-US" sz="1600" spc="-1" strike="noStrike">
                          <a:solidFill>
                            <a:schemeClr val="dk1"/>
                          </a:solidFill>
                          <a:latin typeface="Arial"/>
                        </a:rPr>
                        <a:t>5989-2003EN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accent5">
                        <a:tint val="20000"/>
                      </a:schemeClr>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 Vertical Noise Characteristics</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lt1"/>
                    </a:solidFill>
                  </a:tcPr>
                </a:tc>
                <a:tc>
                  <a:txBody>
                    <a:bodyPr anchor="t">
                      <a:noAutofit/>
                    </a:bodyPr>
                    <a:p>
                      <a:pPr defTabSz="914400">
                        <a:lnSpc>
                          <a:spcPct val="100000"/>
                        </a:lnSpc>
                      </a:pPr>
                      <a:r>
                        <a:rPr b="0" lang="en-US" sz="1600" spc="-1" strike="noStrike">
                          <a:solidFill>
                            <a:schemeClr val="dk1"/>
                          </a:solidFill>
                          <a:latin typeface="Arial"/>
                        </a:rPr>
                        <a:t>5989-3020EN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lt1"/>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Oscilloscopes to Debug Mixed-signal Designs</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accent5">
                        <a:tint val="20000"/>
                      </a:schemeClr>
                    </a:solidFill>
                  </a:tcPr>
                </a:tc>
                <a:tc>
                  <a:txBody>
                    <a:bodyPr anchor="t">
                      <a:noAutofit/>
                    </a:bodyPr>
                    <a:p>
                      <a:pPr defTabSz="914400">
                        <a:lnSpc>
                          <a:spcPct val="100000"/>
                        </a:lnSpc>
                      </a:pPr>
                      <a:r>
                        <a:rPr b="0" lang="en-US" sz="1600" spc="-1" strike="noStrike">
                          <a:solidFill>
                            <a:schemeClr val="dk1"/>
                          </a:solidFill>
                          <a:latin typeface="Arial"/>
                        </a:rPr>
                        <a:t>5989-3702EN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accent5">
                        <a:tint val="20000"/>
                      </a:schemeClr>
                    </a:solidFill>
                  </a:tcPr>
                </a:tc>
              </a:tr>
              <a:tr h="370800">
                <a:tc>
                  <a:txBody>
                    <a:bodyPr anchor="t">
                      <a:noAutofit/>
                    </a:bodyPr>
                    <a:p>
                      <a:pPr defTabSz="914400">
                        <a:lnSpc>
                          <a:spcPct val="100000"/>
                        </a:lnSpc>
                      </a:pPr>
                      <a:r>
                        <a:rPr b="0" lang="en-US" sz="1600" spc="-1" strike="noStrike">
                          <a:solidFill>
                            <a:schemeClr val="dk1"/>
                          </a:solidFill>
                          <a:latin typeface="Arial"/>
                        </a:rPr>
                        <a:t>Evaluating Oscilloscope Segmented Memory for Serial Bus Applications</a:t>
                      </a:r>
                      <a:endParaRPr b="0" lang="de-DE" sz="1600" spc="-1" strike="noStrike">
                        <a:solidFill>
                          <a:srgbClr val="000000"/>
                        </a:solidFill>
                        <a:latin typeface="Arial"/>
                      </a:endParaRPr>
                    </a:p>
                  </a:txBody>
                  <a:tcPr anchor="t" marL="91440" marR="91440">
                    <a:lnL w="12240">
                      <a:solidFill>
                        <a:srgbClr val="e90029"/>
                      </a:solidFill>
                      <a:prstDash val="solid"/>
                    </a:lnL>
                    <a:lnR>
                      <a:noFill/>
                    </a:lnR>
                    <a:lnT w="12240">
                      <a:solidFill>
                        <a:srgbClr val="e90029"/>
                      </a:solidFill>
                      <a:prstDash val="solid"/>
                    </a:lnT>
                    <a:lnB w="12240">
                      <a:solidFill>
                        <a:srgbClr val="e90029"/>
                      </a:solidFill>
                      <a:prstDash val="solid"/>
                    </a:lnB>
                    <a:solidFill>
                      <a:schemeClr val="lt1"/>
                    </a:solidFill>
                  </a:tcPr>
                </a:tc>
                <a:tc>
                  <a:txBody>
                    <a:bodyPr anchor="t">
                      <a:noAutofit/>
                    </a:bodyPr>
                    <a:p>
                      <a:pPr defTabSz="914400">
                        <a:lnSpc>
                          <a:spcPct val="100000"/>
                        </a:lnSpc>
                      </a:pPr>
                      <a:r>
                        <a:rPr b="0" lang="en-US" sz="1600" spc="-1" strike="noStrike">
                          <a:solidFill>
                            <a:schemeClr val="dk1"/>
                          </a:solidFill>
                          <a:latin typeface="Arial"/>
                        </a:rPr>
                        <a:t>5990-5817EN</a:t>
                      </a:r>
                      <a:endParaRPr b="0" lang="de-DE" sz="1600" spc="-1" strike="noStrike">
                        <a:solidFill>
                          <a:srgbClr val="000000"/>
                        </a:solidFill>
                        <a:latin typeface="Arial"/>
                      </a:endParaRPr>
                    </a:p>
                  </a:txBody>
                  <a:tcPr anchor="t" marL="91440" marR="91440">
                    <a:lnL>
                      <a:noFill/>
                    </a:lnL>
                    <a:lnR w="12240">
                      <a:solidFill>
                        <a:srgbClr val="e90029"/>
                      </a:solidFill>
                      <a:prstDash val="solid"/>
                    </a:lnR>
                    <a:lnT w="12240">
                      <a:solidFill>
                        <a:srgbClr val="e90029"/>
                      </a:solidFill>
                      <a:prstDash val="solid"/>
                    </a:lnT>
                    <a:lnB w="12240">
                      <a:solidFill>
                        <a:srgbClr val="e90029"/>
                      </a:solidFill>
                      <a:prstDash val="solid"/>
                    </a:lnB>
                    <a:solidFill>
                      <a:schemeClr val="lt1"/>
                    </a:solidFill>
                  </a:tcPr>
                </a:tc>
              </a:tr>
            </a:tbl>
          </a:graphicData>
        </a:graphic>
      </p:graphicFrame>
      <p:sp>
        <p:nvSpPr>
          <p:cNvPr id="635" name="TextBox 7"/>
          <p:cNvSpPr/>
          <p:nvPr/>
        </p:nvSpPr>
        <p:spPr>
          <a:xfrm>
            <a:off x="2490480" y="5148000"/>
            <a:ext cx="756180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pc="-1" strike="noStrike">
                <a:solidFill>
                  <a:schemeClr val="dk1"/>
                </a:solidFill>
                <a:latin typeface="Arial"/>
              </a:rPr>
              <a:t>http://literature.cdn.keysight.com/litweb/pdf/xxxx-xxxxEN.pdf</a:t>
            </a:r>
            <a:endParaRPr b="0" lang="de-DE" sz="2000" spc="-1" strike="noStrike">
              <a:solidFill>
                <a:srgbClr val="000000"/>
              </a:solidFill>
              <a:latin typeface="Arial"/>
            </a:endParaRPr>
          </a:p>
        </p:txBody>
      </p:sp>
      <p:sp>
        <p:nvSpPr>
          <p:cNvPr id="636" name="TextBox 8"/>
          <p:cNvSpPr/>
          <p:nvPr/>
        </p:nvSpPr>
        <p:spPr>
          <a:xfrm>
            <a:off x="3720240" y="5605200"/>
            <a:ext cx="4493880" cy="394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pc="-1" strike="noStrike">
                <a:solidFill>
                  <a:schemeClr val="dk1"/>
                </a:solidFill>
                <a:latin typeface="Arial"/>
              </a:rPr>
              <a:t>Insert pub # in place of “xxxx-xxxx”</a:t>
            </a:r>
            <a:endParaRPr b="0" lang="de-DE" sz="2000" spc="-1" strike="noStrike">
              <a:solidFill>
                <a:srgbClr val="000000"/>
              </a:solidFill>
              <a:latin typeface="Arial"/>
            </a:endParaRPr>
          </a:p>
        </p:txBody>
      </p:sp>
      <p:sp>
        <p:nvSpPr>
          <p:cNvPr id="3" name="PlaceHolder 2"/>
          <p:cNvSpPr>
            <a:spLocks noGrp="1"/>
          </p:cNvSpPr>
          <p:nvPr>
            <p:ph type="sldNum" idx="23"/>
          </p:nvPr>
        </p:nvSpPr>
        <p:spPr/>
        <p:txBody>
          <a:bodyPr/>
          <a:p>
            <a:fld id="{E9C9E746-E7B7-48B8-9E8A-E4D658B1B48C}" type="slidenum">
              <a:t>25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Scope Fundamentals for EE Students">
  <a:themeElements>
    <a:clrScheme name="Keysight Theme">
      <a:dk1>
        <a:srgbClr val="000000"/>
      </a:dk1>
      <a:lt1>
        <a:srgbClr val="ffffff"/>
      </a:lt1>
      <a:dk2>
        <a:srgbClr val="555555"/>
      </a:dk2>
      <a:lt2>
        <a:srgbClr val="e8e8e8"/>
      </a:lt2>
      <a:accent1>
        <a:srgbClr val="24377c"/>
      </a:accent1>
      <a:accent2>
        <a:srgbClr val="8b3c8f"/>
      </a:accent2>
      <a:accent3>
        <a:srgbClr val="ed5e1a"/>
      </a:accent3>
      <a:accent4>
        <a:srgbClr val="8dc229"/>
      </a:accent4>
      <a:accent5>
        <a:srgbClr val="e90029"/>
      </a:accent5>
      <a:accent6>
        <a:srgbClr val="891518"/>
      </a:accent6>
      <a:hlink>
        <a:srgbClr val="e90029"/>
      </a:hlink>
      <a:folHlink>
        <a:srgbClr val="891518"/>
      </a:folHlink>
    </a:clrScheme>
    <a:fontScheme name="AGILENT PPT &amp; OUTLOOK">
      <a:majorFont>
        <a:latin typeface="Arial Narrow"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Scope Fundamentals for EE Students</Template>
  <TotalTime>1367</TotalTime>
  <Application>LibreOffice/24.2.7.2$Linux_X86_64 LibreOffice_project/420$Build-2</Application>
  <AppVersion>15.0000</AppVersion>
  <Words>8074</Words>
  <Paragraphs>434</Paragraphs>
  <Company>Agilent Technologies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2014-12-11T03:38:30Z</dcterms:created>
  <dc:creator>Administrator</dc:creator>
  <dc:description/>
  <dc:language>de-DE</dc:language>
  <cp:lastModifiedBy/>
  <cp:lastPrinted>2015-01-05T17:02:21Z</cp:lastPrinted>
  <dcterms:modified xsi:type="dcterms:W3CDTF">2026-03-10T10:33:33Z</dcterms:modified>
  <cp:revision>36</cp:revision>
  <dc:subject/>
  <dc:title>Type Title Here Not to Exceed Three Lines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28</vt:i4>
  </property>
  <property fmtid="{D5CDD505-2E9C-101B-9397-08002B2CF9AE}" pid="3" name="PresentationFormat">
    <vt:lpwstr>Widescreen</vt:lpwstr>
  </property>
  <property fmtid="{D5CDD505-2E9C-101B-9397-08002B2CF9AE}" pid="4" name="Slides">
    <vt:i4>29</vt:i4>
  </property>
</Properties>
</file>